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147473364" r:id="rId4"/>
    <p:sldId id="264" r:id="rId5"/>
    <p:sldId id="2147473292" r:id="rId6"/>
    <p:sldId id="2147473362" r:id="rId7"/>
    <p:sldId id="214747329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5" autoAdjust="0"/>
    <p:restoredTop sz="94660"/>
  </p:normalViewPr>
  <p:slideViewPr>
    <p:cSldViewPr snapToGrid="0">
      <p:cViewPr varScale="1">
        <p:scale>
          <a:sx n="106" d="100"/>
          <a:sy n="106" d="100"/>
        </p:scale>
        <p:origin x="22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0748299319727898E-2"/>
          <c:y val="7.0748299319727898E-2"/>
          <c:w val="0.85850340136054426"/>
          <c:h val="0.85850340136054426"/>
        </c:manualLayout>
      </c:layout>
      <c:pieChart>
        <c:varyColors val="0"/>
        <c:ser>
          <c:idx val="0"/>
          <c:order val="0"/>
          <c:dPt>
            <c:idx val="0"/>
            <c:bubble3D val="0"/>
            <c:spPr>
              <a:solidFill>
                <a:srgbClr val="D6D7D9"/>
              </a:solidFill>
              <a:ln w="9525" cmpd="sng" algn="ctr">
                <a:solidFill>
                  <a:schemeClr val="tx1"/>
                </a:solidFill>
                <a:prstDash val="solid"/>
              </a:ln>
            </c:spPr>
            <c:extLst>
              <c:ext xmlns:c16="http://schemas.microsoft.com/office/drawing/2014/chart" uri="{C3380CC4-5D6E-409C-BE32-E72D297353CC}">
                <c16:uniqueId val="{00000000-EF36-48CD-BDC9-647A17391503}"/>
              </c:ext>
            </c:extLst>
          </c:dPt>
          <c:dPt>
            <c:idx val="1"/>
            <c:bubble3D val="0"/>
            <c:spPr>
              <a:solidFill>
                <a:srgbClr val="C3CFE1"/>
              </a:solidFill>
              <a:ln w="9525" cmpd="sng" algn="ctr">
                <a:solidFill>
                  <a:schemeClr val="tx1"/>
                </a:solidFill>
                <a:prstDash val="solid"/>
              </a:ln>
            </c:spPr>
            <c:extLst>
              <c:ext xmlns:c16="http://schemas.microsoft.com/office/drawing/2014/chart" uri="{C3380CC4-5D6E-409C-BE32-E72D297353CC}">
                <c16:uniqueId val="{00000001-EF36-48CD-BDC9-647A17391503}"/>
              </c:ext>
            </c:extLst>
          </c:dPt>
          <c:val>
            <c:numRef>
              <c:f>Sheet1!$A$1:$A$2</c:f>
              <c:numCache>
                <c:formatCode>General</c:formatCode>
                <c:ptCount val="2"/>
                <c:pt idx="0">
                  <c:v>57.4</c:v>
                </c:pt>
                <c:pt idx="1">
                  <c:v>42.6</c:v>
                </c:pt>
              </c:numCache>
            </c:numRef>
          </c:val>
          <c:extLst>
            <c:ext xmlns:c16="http://schemas.microsoft.com/office/drawing/2014/chart" uri="{C3380CC4-5D6E-409C-BE32-E72D297353CC}">
              <c16:uniqueId val="{00000002-EF36-48CD-BDC9-647A17391503}"/>
            </c:ext>
          </c:extLst>
        </c:ser>
        <c:dLbls>
          <c:showLegendKey val="0"/>
          <c:showVal val="0"/>
          <c:showCatName val="0"/>
          <c:showSerName val="0"/>
          <c:showPercent val="0"/>
          <c:showBubbleSize val="0"/>
          <c:showLeaderLines val="0"/>
        </c:dLbls>
        <c:firstSliceAng val="0"/>
      </c:pie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8415300546448089E-2"/>
          <c:y val="0.16321839080459771"/>
          <c:w val="0.94316939890710383"/>
          <c:h val="0.67356321839080457"/>
        </c:manualLayout>
      </c:layout>
      <c:barChart>
        <c:barDir val="bar"/>
        <c:grouping val="stacked"/>
        <c:varyColors val="0"/>
        <c:ser>
          <c:idx val="0"/>
          <c:order val="0"/>
          <c:spPr>
            <a:solidFill>
              <a:srgbClr val="C0C0C0"/>
            </a:solidFill>
            <a:ln>
              <a:noFill/>
            </a:ln>
          </c:spPr>
          <c:invertIfNegative val="0"/>
          <c:dLbls>
            <c:dLbl>
              <c:idx val="0"/>
              <c:layout>
                <c:manualLayout>
                  <c:x val="0"/>
                  <c:y val="3.4482758620689655E-3"/>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D63-473A-A2A7-DBB8B3812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12</c:v>
                </c:pt>
              </c:numCache>
            </c:numRef>
          </c:val>
          <c:extLst>
            <c:ext xmlns:c16="http://schemas.microsoft.com/office/drawing/2014/chart" uri="{C3380CC4-5D6E-409C-BE32-E72D297353CC}">
              <c16:uniqueId val="{00000001-BD63-473A-A2A7-DBB8B38121D6}"/>
            </c:ext>
          </c:extLst>
        </c:ser>
        <c:ser>
          <c:idx val="1"/>
          <c:order val="1"/>
          <c:spPr>
            <a:solidFill>
              <a:schemeClr val="folHlink"/>
            </a:solidFill>
            <a:ln>
              <a:noFill/>
            </a:ln>
          </c:spPr>
          <c:invertIfNegative val="0"/>
          <c:dLbls>
            <c:dLbl>
              <c:idx val="0"/>
              <c:layout>
                <c:manualLayout>
                  <c:x val="0"/>
                  <c:y val="3.4482758620689655E-3"/>
                </c:manualLayout>
              </c:layout>
              <c:numFmt formatCode="#,##0;&quot;-&quot;#,##0"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D63-473A-A2A7-DBB8B38121D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5</c:v>
                </c:pt>
              </c:numCache>
            </c:numRef>
          </c:val>
          <c:extLst>
            <c:ext xmlns:c16="http://schemas.microsoft.com/office/drawing/2014/chart" uri="{C3380CC4-5D6E-409C-BE32-E72D297353CC}">
              <c16:uniqueId val="{00000003-BD63-473A-A2A7-DBB8B38121D6}"/>
            </c:ext>
          </c:extLst>
        </c:ser>
        <c:dLbls>
          <c:showLegendKey val="0"/>
          <c:showVal val="0"/>
          <c:showCatName val="0"/>
          <c:showSerName val="0"/>
          <c:showPercent val="0"/>
          <c:showBubbleSize val="0"/>
        </c:dLbls>
        <c:gapWidth val="80"/>
        <c:overlap val="100"/>
        <c:axId val="462977183"/>
        <c:axId val="1"/>
      </c:barChart>
      <c:catAx>
        <c:axId val="462977183"/>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7"/>
          <c:min val="0"/>
        </c:scaling>
        <c:delete val="1"/>
        <c:axPos val="t"/>
        <c:numFmt formatCode="General" sourceLinked="1"/>
        <c:majorTickMark val="out"/>
        <c:minorTickMark val="none"/>
        <c:tickLblPos val="nextTo"/>
        <c:crossAx val="462977183"/>
        <c:crosses val="min"/>
        <c:crossBetween val="between"/>
      </c:valAx>
    </c:plotArea>
    <c:plotVisOnly val="0"/>
    <c:dispBlanksAs val="gap"/>
    <c:showDLblsOverMax val="1"/>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4AD4A-4EBB-6ADB-A365-EE7AFD645B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44E975C-D980-AE3B-BB2C-391F5008C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9359BD5-53D6-B808-38E2-FCE9B3A79255}"/>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BD5CBC5F-74D3-E130-7F36-DD0D98423C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D39F37-23D3-9752-F86C-09E71EB9E45D}"/>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206256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B8BBA-E328-AECE-BA6A-7D6D4A89BB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C8DAC0-74AC-2FBF-AFFF-47043C3B49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7B2C6D-76D5-BB33-6F58-70DEC92B80A9}"/>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28967E11-8C19-7970-A6BC-7DA02BB1F6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F2793DB-815D-8F29-2AA9-82A9CA38EEB7}"/>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906172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F0D5-0BDB-15FD-9815-6D0143D486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8AFADD-5DC7-53D3-7A37-4B5BD66EBE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EE007-7660-A360-2BAB-F6A521929E37}"/>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B33D66EF-25DB-451F-2EAA-1A5DAFCDD4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9BA2A4-A5AC-80D5-6B6F-23BAEB0C7B77}"/>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968655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FA-D3E2-E3AE-F5CA-31F065E36F0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BA184B6-F231-DF06-A9A2-DDC27BDDCF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85A502-F963-8EEE-0DF9-562A91935D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7DF0E4-FB2F-C7A7-9645-DB40556891DC}"/>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6" name="Footer Placeholder 5">
            <a:extLst>
              <a:ext uri="{FF2B5EF4-FFF2-40B4-BE49-F238E27FC236}">
                <a16:creationId xmlns:a16="http://schemas.microsoft.com/office/drawing/2014/main" id="{F186677A-A2E7-E431-87D2-806A0DF38F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D689F4-FFA2-6AE0-9E19-2A7D3E418A5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861650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EA634-5FB7-E545-4953-5D68C1AFA51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308C17-4D48-DE72-AB2F-FCA0C0096F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60C8C1-2F7D-BC04-697D-E259E6AE85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A4607A6-79AD-83B5-75FD-B9303BE689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00AB47-4103-549A-920C-0FC118F755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E727A17-EBB9-0B60-8402-DCF5C9824512}"/>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8" name="Footer Placeholder 7">
            <a:extLst>
              <a:ext uri="{FF2B5EF4-FFF2-40B4-BE49-F238E27FC236}">
                <a16:creationId xmlns:a16="http://schemas.microsoft.com/office/drawing/2014/main" id="{ECD884E4-FFCF-DBC5-A3E3-1C3FA883090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D860600-4F1C-5869-E23B-8C888AB16D08}"/>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167743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8650F-ABDC-FDFA-A6CD-983234F791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4AE578-365A-E84A-C4AB-FE120561677C}"/>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4" name="Footer Placeholder 3">
            <a:extLst>
              <a:ext uri="{FF2B5EF4-FFF2-40B4-BE49-F238E27FC236}">
                <a16:creationId xmlns:a16="http://schemas.microsoft.com/office/drawing/2014/main" id="{6F9FB5FC-16F2-2023-0888-D05A4CA4AA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8E76C7-CAB1-5FFD-865D-E79649A8A93F}"/>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69633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B9A5A-5912-72FF-8A96-6C565893B5C2}"/>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3" name="Footer Placeholder 2">
            <a:extLst>
              <a:ext uri="{FF2B5EF4-FFF2-40B4-BE49-F238E27FC236}">
                <a16:creationId xmlns:a16="http://schemas.microsoft.com/office/drawing/2014/main" id="{A4CA5902-E1AC-B68D-9662-70BE38E20A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A9FEC12-2DD4-83FB-285F-018B97147AFE}"/>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86801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DF68-CC8D-B0A1-9B35-D860B2E98D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E344A83-102B-ED7C-84F2-629CF9E14D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7BC9BA5-2CFB-A03C-6071-A347ED6405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A851F-ACF4-F726-01A5-7E3B8632CD46}"/>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6" name="Footer Placeholder 5">
            <a:extLst>
              <a:ext uri="{FF2B5EF4-FFF2-40B4-BE49-F238E27FC236}">
                <a16:creationId xmlns:a16="http://schemas.microsoft.com/office/drawing/2014/main" id="{69F5796C-0F04-7F19-C388-CFE0D182A1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BEF2F31-B6C4-8F50-5D8D-186A1D5DED7F}"/>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358509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78F0-D8C0-7F3D-61F3-B36BFBD97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45D9B34-90C3-8366-89A7-32BB707BD7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BD9582C-FC26-B990-3415-081A3E5F1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33AFE0-23E6-EBC1-E4F9-8EDC87FFCCC4}"/>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6" name="Footer Placeholder 5">
            <a:extLst>
              <a:ext uri="{FF2B5EF4-FFF2-40B4-BE49-F238E27FC236}">
                <a16:creationId xmlns:a16="http://schemas.microsoft.com/office/drawing/2014/main" id="{D2190479-6BD7-7447-0D0D-FD8611D20EF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31EFD0-3EF8-A89B-B673-310A1C6F38E0}"/>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34071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0975-0023-EAF1-CE9B-AEF5E68662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8A7D41-FFBF-0F3B-0BB7-6BD302298D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FDCA12-96E4-485A-3379-1038E8282346}"/>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FA4538AD-E4C4-9423-585D-21D2B98A2C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2F24D6-F2A6-7721-2DD3-0CF8BE8C5A0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1688645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133675-13C7-70F6-38C9-4958F23974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ACF152B-A0FD-DDAE-5253-BB1FFAD12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923621-80A4-0899-B7E8-42207934FB8D}"/>
              </a:ext>
            </a:extLst>
          </p:cNvPr>
          <p:cNvSpPr>
            <a:spLocks noGrp="1"/>
          </p:cNvSpPr>
          <p:nvPr>
            <p:ph type="dt" sz="half" idx="10"/>
          </p:nvPr>
        </p:nvSpPr>
        <p:spPr/>
        <p:txBody>
          <a:body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55C0AD4E-A3D1-20F6-DA33-2717FDA886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09A57A-1748-48B3-D44D-6CE57DAE86A2}"/>
              </a:ext>
            </a:extLst>
          </p:cNvPr>
          <p:cNvSpPr>
            <a:spLocks noGrp="1"/>
          </p:cNvSpPr>
          <p:nvPr>
            <p:ph type="sldNum" sz="quarter" idx="12"/>
          </p:nvPr>
        </p:nvSpPr>
        <p:spPr/>
        <p:txBody>
          <a:bodyPr/>
          <a:lstStyle/>
          <a:p>
            <a:fld id="{91097242-0D5B-447A-AED5-468E77E7FB99}" type="slidenum">
              <a:rPr lang="en-GB" smtClean="0"/>
              <a:t>‹#›</a:t>
            </a:fld>
            <a:endParaRPr lang="en-GB"/>
          </a:p>
        </p:txBody>
      </p:sp>
    </p:spTree>
    <p:extLst>
      <p:ext uri="{BB962C8B-B14F-4D97-AF65-F5344CB8AC3E}">
        <p14:creationId xmlns:p14="http://schemas.microsoft.com/office/powerpoint/2010/main" val="2983317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Title">
    <p:bg>
      <p:bgPr>
        <a:solidFill>
          <a:schemeClr val="bg1"/>
        </a:solidFill>
        <a:effectLst/>
      </p:bgPr>
    </p:bg>
    <p:spTree>
      <p:nvGrpSpPr>
        <p:cNvPr id="1" name=""/>
        <p:cNvGrpSpPr/>
        <p:nvPr/>
      </p:nvGrpSpPr>
      <p:grpSpPr>
        <a:xfrm>
          <a:off x="0" y="0"/>
          <a:ext cx="0" cy="0"/>
          <a:chOff x="0" y="0"/>
          <a:chExt cx="0" cy="0"/>
        </a:xfrm>
      </p:grpSpPr>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990907" y="5248800"/>
            <a:ext cx="5491570" cy="953337"/>
          </a:xfrm>
        </p:spPr>
        <p:txBody>
          <a:bodyPr lIns="0" tIns="0" rIns="0" bIns="0" rtlCol="0">
            <a:noAutofit/>
          </a:bodyPr>
          <a:lstStyle>
            <a:lvl1pPr marL="0" indent="0">
              <a:buNone/>
              <a:defRPr sz="1800" b="0" i="0">
                <a:solidFill>
                  <a:schemeClr val="tx1"/>
                </a:solidFill>
                <a:latin typeface="+mj-lt"/>
              </a:defRPr>
            </a:lvl1pPr>
            <a:lvl2pPr>
              <a:defRPr sz="4000"/>
            </a:lvl2pPr>
            <a:lvl3pPr>
              <a:defRPr sz="4000"/>
            </a:lvl3pPr>
            <a:lvl4pPr>
              <a:defRPr sz="4000"/>
            </a:lvl4pPr>
            <a:lvl5pPr>
              <a:defRPr sz="4000"/>
            </a:lvl5pPr>
          </a:lstStyle>
          <a:p>
            <a:pPr lvl="0" rtl="0"/>
            <a:r>
              <a:rPr lang="en-GB" noProof="0"/>
              <a:t>Slide pack for Client X</a:t>
            </a:r>
          </a:p>
          <a:p>
            <a:pPr lvl="0" rtl="0"/>
            <a:r>
              <a:rPr lang="en-GB" noProof="0"/>
              <a:t>December 2023</a:t>
            </a:r>
          </a:p>
        </p:txBody>
      </p:sp>
      <p:pic>
        <p:nvPicPr>
          <p:cNvPr id="4" name="Picture 3" descr="A screenshot of a computer">
            <a:extLst>
              <a:ext uri="{FF2B5EF4-FFF2-40B4-BE49-F238E27FC236}">
                <a16:creationId xmlns:a16="http://schemas.microsoft.com/office/drawing/2014/main" id="{55846F0C-5959-6883-D972-32A1A31FC9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51" t="35869" r="28854" b="38189"/>
          <a:stretch/>
        </p:blipFill>
        <p:spPr>
          <a:xfrm>
            <a:off x="3518478" y="1560508"/>
            <a:ext cx="4475409" cy="2443705"/>
          </a:xfrm>
          <a:prstGeom prst="rect">
            <a:avLst/>
          </a:prstGeom>
        </p:spPr>
      </p:pic>
    </p:spTree>
    <p:extLst>
      <p:ext uri="{BB962C8B-B14F-4D97-AF65-F5344CB8AC3E}">
        <p14:creationId xmlns:p14="http://schemas.microsoft.com/office/powerpoint/2010/main" val="2024056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p:bg>
      <p:bgPr>
        <a:solidFill>
          <a:schemeClr val="tx2"/>
        </a:solidFill>
        <a:effectLst/>
      </p:bgPr>
    </p:bg>
    <p:spTree>
      <p:nvGrpSpPr>
        <p:cNvPr id="1" name=""/>
        <p:cNvGrpSpPr/>
        <p:nvPr/>
      </p:nvGrpSpPr>
      <p:grpSpPr>
        <a:xfrm>
          <a:off x="0" y="0"/>
          <a:ext cx="0" cy="0"/>
          <a:chOff x="0" y="0"/>
          <a:chExt cx="0" cy="0"/>
        </a:xfrm>
      </p:grpSpPr>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990907" y="5248800"/>
            <a:ext cx="5491570" cy="953337"/>
          </a:xfrm>
        </p:spPr>
        <p:txBody>
          <a:bodyPr lIns="0" tIns="0" rIns="0" bIns="0" rtlCol="0">
            <a:noAutofit/>
          </a:bodyPr>
          <a:lstStyle>
            <a:lvl1pPr marL="0" indent="0">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Slide pack for client X</a:t>
            </a:r>
          </a:p>
          <a:p>
            <a:pPr lvl="0" rtl="0"/>
            <a:r>
              <a:rPr lang="en-GB" noProof="0"/>
              <a:t>December 2023</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p:nvCxnSpPr>
        <p:spPr>
          <a:xfrm>
            <a:off x="1990907" y="4951358"/>
            <a:ext cx="2133600" cy="3992"/>
          </a:xfrm>
          <a:prstGeom prst="line">
            <a:avLst/>
          </a:prstGeom>
          <a:ln w="101600">
            <a:solidFill>
              <a:schemeClr val="bg1"/>
            </a:solidFill>
          </a:ln>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854E7127-B5DE-3287-BE64-0F14D0951E2A}"/>
              </a:ext>
            </a:extLst>
          </p:cNvPr>
          <p:cNvCxnSpPr>
            <a:cxnSpLocks/>
          </p:cNvCxnSpPr>
          <p:nvPr userDrawn="1"/>
        </p:nvCxnSpPr>
        <p:spPr>
          <a:xfrm>
            <a:off x="1990907" y="4951358"/>
            <a:ext cx="2133600" cy="3992"/>
          </a:xfrm>
          <a:prstGeom prst="line">
            <a:avLst/>
          </a:prstGeom>
          <a:ln w="101600">
            <a:solidFill>
              <a:schemeClr val="bg1"/>
            </a:solidFill>
          </a:ln>
        </p:spPr>
        <p:style>
          <a:lnRef idx="1">
            <a:schemeClr val="dk1"/>
          </a:lnRef>
          <a:fillRef idx="0">
            <a:schemeClr val="dk1"/>
          </a:fillRef>
          <a:effectRef idx="0">
            <a:schemeClr val="dk1"/>
          </a:effectRef>
          <a:fontRef idx="minor">
            <a:schemeClr val="tx1"/>
          </a:fontRef>
        </p:style>
      </p:cxnSp>
      <p:pic>
        <p:nvPicPr>
          <p:cNvPr id="5" name="Picture 4" descr="A black and grey logo&#10;&#10;AI-generated content may be incorrect.">
            <a:extLst>
              <a:ext uri="{FF2B5EF4-FFF2-40B4-BE49-F238E27FC236}">
                <a16:creationId xmlns:a16="http://schemas.microsoft.com/office/drawing/2014/main" id="{21F7B173-6A5D-A5F9-4496-00B2F40D568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41999" y="1816159"/>
            <a:ext cx="4508001" cy="1655067"/>
          </a:xfrm>
          <a:prstGeom prst="rect">
            <a:avLst/>
          </a:prstGeom>
        </p:spPr>
      </p:pic>
    </p:spTree>
    <p:extLst>
      <p:ext uri="{BB962C8B-B14F-4D97-AF65-F5344CB8AC3E}">
        <p14:creationId xmlns:p14="http://schemas.microsoft.com/office/powerpoint/2010/main" val="1483920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Title">
    <p:bg>
      <p:bgPr>
        <a:solidFill>
          <a:schemeClr val="accent4"/>
        </a:solidFill>
        <a:effectLst/>
      </p:bgPr>
    </p:bg>
    <p:spTree>
      <p:nvGrpSpPr>
        <p:cNvPr id="1" name=""/>
        <p:cNvGrpSpPr/>
        <p:nvPr/>
      </p:nvGrpSpPr>
      <p:grpSpPr>
        <a:xfrm>
          <a:off x="0" y="0"/>
          <a:ext cx="0" cy="0"/>
          <a:chOff x="0" y="0"/>
          <a:chExt cx="0" cy="0"/>
        </a:xfrm>
      </p:grpSpPr>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990907" y="5248800"/>
            <a:ext cx="5491570" cy="953337"/>
          </a:xfrm>
        </p:spPr>
        <p:txBody>
          <a:bodyPr lIns="0" tIns="0" rIns="0" bIns="0" rtlCol="0">
            <a:noAutofit/>
          </a:bodyPr>
          <a:lstStyle>
            <a:lvl1pPr marL="0" indent="0">
              <a:buNone/>
              <a:defRPr sz="1800" b="0" i="0">
                <a:solidFill>
                  <a:schemeClr val="tx1"/>
                </a:solidFill>
                <a:latin typeface="+mj-lt"/>
              </a:defRPr>
            </a:lvl1pPr>
            <a:lvl2pPr>
              <a:defRPr sz="4000"/>
            </a:lvl2pPr>
            <a:lvl3pPr>
              <a:defRPr sz="4000"/>
            </a:lvl3pPr>
            <a:lvl4pPr>
              <a:defRPr sz="4000"/>
            </a:lvl4pPr>
            <a:lvl5pPr>
              <a:defRPr sz="4000"/>
            </a:lvl5pPr>
          </a:lstStyle>
          <a:p>
            <a:pPr lvl="0" rtl="0"/>
            <a:r>
              <a:rPr lang="en-GB" noProof="0"/>
              <a:t>Slide pack for client X</a:t>
            </a:r>
          </a:p>
          <a:p>
            <a:pPr lvl="0" rtl="0"/>
            <a:r>
              <a:rPr lang="en-GB" noProof="0"/>
              <a:t>December 2023</a:t>
            </a:r>
          </a:p>
        </p:txBody>
      </p:sp>
      <p:pic>
        <p:nvPicPr>
          <p:cNvPr id="7" name="Picture 6" descr="A black and white logo&#10;&#10;AI-generated content may be incorrect.">
            <a:extLst>
              <a:ext uri="{FF2B5EF4-FFF2-40B4-BE49-F238E27FC236}">
                <a16:creationId xmlns:a16="http://schemas.microsoft.com/office/drawing/2014/main" id="{627E3C48-28F6-4E75-E6E8-CB1CEFF45A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13425" y="0"/>
            <a:ext cx="7565151" cy="5330963"/>
          </a:xfrm>
          <a:prstGeom prst="rect">
            <a:avLst/>
          </a:prstGeom>
        </p:spPr>
      </p:pic>
    </p:spTree>
    <p:extLst>
      <p:ext uri="{BB962C8B-B14F-4D97-AF65-F5344CB8AC3E}">
        <p14:creationId xmlns:p14="http://schemas.microsoft.com/office/powerpoint/2010/main" val="842120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Title">
    <p:bg>
      <p:bgPr>
        <a:solidFill>
          <a:schemeClr val="tx1"/>
        </a:solidFill>
        <a:effectLst/>
      </p:bgPr>
    </p:bg>
    <p:spTree>
      <p:nvGrpSpPr>
        <p:cNvPr id="1" name=""/>
        <p:cNvGrpSpPr/>
        <p:nvPr/>
      </p:nvGrpSpPr>
      <p:grpSpPr>
        <a:xfrm>
          <a:off x="0" y="0"/>
          <a:ext cx="0" cy="0"/>
          <a:chOff x="0" y="0"/>
          <a:chExt cx="0" cy="0"/>
        </a:xfrm>
      </p:grpSpPr>
      <p:pic>
        <p:nvPicPr>
          <p:cNvPr id="4" name="Picture 3" descr="A black and grey logo&#10;&#10;AI-generated content may be incorrect.">
            <a:extLst>
              <a:ext uri="{FF2B5EF4-FFF2-40B4-BE49-F238E27FC236}">
                <a16:creationId xmlns:a16="http://schemas.microsoft.com/office/drawing/2014/main" id="{3F63F42E-E417-D811-2124-CB02EEB360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42000" y="2601467"/>
            <a:ext cx="4508001" cy="1655067"/>
          </a:xfrm>
          <a:prstGeom prst="rect">
            <a:avLst/>
          </a:prstGeom>
        </p:spPr>
      </p:pic>
    </p:spTree>
    <p:extLst>
      <p:ext uri="{BB962C8B-B14F-4D97-AF65-F5344CB8AC3E}">
        <p14:creationId xmlns:p14="http://schemas.microsoft.com/office/powerpoint/2010/main" val="3145321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Titl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0207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263525" y="851354"/>
            <a:ext cx="4941477" cy="610863"/>
          </a:xfrm>
          <a:prstGeom prst="rect">
            <a:avLst/>
          </a:prstGeom>
        </p:spPr>
        <p:txBody>
          <a:bodyPr lIns="0" tIns="0" rIns="0" bIns="0" rtlCol="0" anchor="b" anchorCtr="0">
            <a:normAutofit/>
          </a:bodyPr>
          <a:lstStyle>
            <a:lvl1pPr>
              <a:defRPr sz="4400" b="1" i="0" spc="50" baseline="0">
                <a:solidFill>
                  <a:schemeClr val="bg1"/>
                </a:solidFill>
                <a:latin typeface="+mj-lt"/>
              </a:defRPr>
            </a:lvl1pPr>
          </a:lstStyle>
          <a:p>
            <a:pPr rtl="0"/>
            <a:r>
              <a:rPr lang="en-GB" noProof="0"/>
              <a:t>Click to edit Master title style</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p:nvCxnSpPr>
        <p:spPr>
          <a:xfrm>
            <a:off x="952500" y="2172496"/>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3056137"/>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447641"/>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p:nvCxnSpPr>
        <p:spPr>
          <a:xfrm>
            <a:off x="3663043" y="2176949"/>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3056137"/>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447641"/>
            <a:ext cx="2128157"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p:nvCxnSpPr>
        <p:spPr>
          <a:xfrm>
            <a:off x="9062355" y="2176488"/>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062355" y="3059668"/>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062355" y="2451172"/>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a:xfrm>
            <a:off x="2992120" y="6332220"/>
            <a:ext cx="1313180" cy="247651"/>
          </a:xfrm>
          <a:prstGeom prst="rect">
            <a:avLst/>
          </a:prstGeom>
        </p:spPr>
        <p:txBody>
          <a:bodyPr rtlCol="0"/>
          <a:lstStyle/>
          <a:p>
            <a:pPr rtl="0"/>
            <a:fld id="{C02CDA83-4160-4EEB-AD7D-1C57C21837F3}"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cxnSp>
        <p:nvCxnSpPr>
          <p:cNvPr id="5" name="Straight Connector 4">
            <a:extLst>
              <a:ext uri="{FF2B5EF4-FFF2-40B4-BE49-F238E27FC236}">
                <a16:creationId xmlns:a16="http://schemas.microsoft.com/office/drawing/2014/main" id="{E4FDA226-6127-D1E5-70F0-6C592C23EDB5}"/>
              </a:ext>
            </a:extLst>
          </p:cNvPr>
          <p:cNvCxnSpPr>
            <a:cxnSpLocks/>
          </p:cNvCxnSpPr>
          <p:nvPr/>
        </p:nvCxnSpPr>
        <p:spPr>
          <a:xfrm>
            <a:off x="6362699" y="2168504"/>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19" name="Text Placeholder 29">
            <a:extLst>
              <a:ext uri="{FF2B5EF4-FFF2-40B4-BE49-F238E27FC236}">
                <a16:creationId xmlns:a16="http://schemas.microsoft.com/office/drawing/2014/main" id="{FA8FC6B4-574D-3533-2A0E-8753CB6A4332}"/>
              </a:ext>
            </a:extLst>
          </p:cNvPr>
          <p:cNvSpPr>
            <a:spLocks noGrp="1"/>
          </p:cNvSpPr>
          <p:nvPr>
            <p:ph type="body" sz="quarter" idx="28"/>
          </p:nvPr>
        </p:nvSpPr>
        <p:spPr>
          <a:xfrm>
            <a:off x="6362699" y="3051684"/>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9" name="Text Placeholder 29">
            <a:extLst>
              <a:ext uri="{FF2B5EF4-FFF2-40B4-BE49-F238E27FC236}">
                <a16:creationId xmlns:a16="http://schemas.microsoft.com/office/drawing/2014/main" id="{126B8C75-4977-39E0-2BBD-8744D13E4F45}"/>
              </a:ext>
            </a:extLst>
          </p:cNvPr>
          <p:cNvSpPr>
            <a:spLocks noGrp="1"/>
          </p:cNvSpPr>
          <p:nvPr>
            <p:ph type="body" sz="quarter" idx="29"/>
          </p:nvPr>
        </p:nvSpPr>
        <p:spPr>
          <a:xfrm>
            <a:off x="6362699" y="2443188"/>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6" name="Straight Connector 5">
            <a:extLst>
              <a:ext uri="{FF2B5EF4-FFF2-40B4-BE49-F238E27FC236}">
                <a16:creationId xmlns:a16="http://schemas.microsoft.com/office/drawing/2014/main" id="{1E538476-C8B3-50FF-BE22-4E6EEB0FC59A}"/>
              </a:ext>
            </a:extLst>
          </p:cNvPr>
          <p:cNvCxnSpPr>
            <a:cxnSpLocks/>
          </p:cNvCxnSpPr>
          <p:nvPr userDrawn="1"/>
        </p:nvCxnSpPr>
        <p:spPr>
          <a:xfrm>
            <a:off x="952500" y="2172496"/>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602DA7A3-48A4-5619-1E7B-774D3BE9CC03}"/>
              </a:ext>
            </a:extLst>
          </p:cNvPr>
          <p:cNvCxnSpPr>
            <a:cxnSpLocks/>
          </p:cNvCxnSpPr>
          <p:nvPr userDrawn="1"/>
        </p:nvCxnSpPr>
        <p:spPr>
          <a:xfrm>
            <a:off x="3663043" y="2176949"/>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88FA78BC-8560-E2E3-6881-7ADEE6B7975A}"/>
              </a:ext>
            </a:extLst>
          </p:cNvPr>
          <p:cNvCxnSpPr>
            <a:cxnSpLocks/>
          </p:cNvCxnSpPr>
          <p:nvPr userDrawn="1"/>
        </p:nvCxnSpPr>
        <p:spPr>
          <a:xfrm>
            <a:off x="9062355" y="2176488"/>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E6402F3D-66D7-ED5F-7DCA-994444585BED}"/>
              </a:ext>
            </a:extLst>
          </p:cNvPr>
          <p:cNvCxnSpPr>
            <a:cxnSpLocks/>
          </p:cNvCxnSpPr>
          <p:nvPr userDrawn="1"/>
        </p:nvCxnSpPr>
        <p:spPr>
          <a:xfrm>
            <a:off x="6362699" y="2168504"/>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AE8885FE-8AC8-D48A-260E-1ED300FCF1C3}"/>
              </a:ext>
            </a:extLst>
          </p:cNvPr>
          <p:cNvPicPr>
            <a:picLocks noChangeAspect="1"/>
          </p:cNvPicPr>
          <p:nvPr userDrawn="1"/>
        </p:nvPicPr>
        <p:blipFill>
          <a:blip r:embed="rId2"/>
          <a:srcRect b="24967"/>
          <a:stretch/>
        </p:blipFill>
        <p:spPr>
          <a:xfrm>
            <a:off x="10950152" y="88984"/>
            <a:ext cx="1092662" cy="536450"/>
          </a:xfrm>
          <a:prstGeom prst="rect">
            <a:avLst/>
          </a:prstGeom>
        </p:spPr>
      </p:pic>
    </p:spTree>
    <p:extLst>
      <p:ext uri="{BB962C8B-B14F-4D97-AF65-F5344CB8AC3E}">
        <p14:creationId xmlns:p14="http://schemas.microsoft.com/office/powerpoint/2010/main" val="31881583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263525" y="861103"/>
            <a:ext cx="4941477" cy="610863"/>
          </a:xfrm>
          <a:prstGeom prst="rect">
            <a:avLst/>
          </a:prstGeom>
        </p:spPr>
        <p:txBody>
          <a:bodyPr lIns="0" tIns="0" rIns="0" bIns="0" rtlCol="0" anchor="b" anchorCtr="0">
            <a:normAutofit/>
          </a:bodyPr>
          <a:lstStyle>
            <a:lvl1pPr>
              <a:defRPr sz="4400" b="1" i="0" spc="50" baseline="0">
                <a:solidFill>
                  <a:schemeClr val="bg1"/>
                </a:solidFill>
                <a:latin typeface="+mj-lt"/>
              </a:defRPr>
            </a:lvl1pPr>
          </a:lstStyle>
          <a:p>
            <a:pPr rtl="0"/>
            <a:r>
              <a:rPr lang="en-GB" noProof="0"/>
              <a:t>Click to edit Master title style</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p:nvCxnSpPr>
        <p:spPr>
          <a:xfrm>
            <a:off x="952500" y="2347162"/>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3230803"/>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622307"/>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p:nvCxnSpPr>
        <p:spPr>
          <a:xfrm>
            <a:off x="3663043" y="2351615"/>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3230803"/>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622307"/>
            <a:ext cx="2128157"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p:nvCxnSpPr>
        <p:spPr>
          <a:xfrm>
            <a:off x="9062355" y="2351154"/>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062355" y="3234334"/>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062355" y="2625838"/>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a:xfrm>
            <a:off x="2992120" y="6332220"/>
            <a:ext cx="1313180" cy="247651"/>
          </a:xfrm>
          <a:prstGeom prst="rect">
            <a:avLst/>
          </a:prstGeom>
        </p:spPr>
        <p:txBody>
          <a:bodyPr rtlCol="0"/>
          <a:lstStyle/>
          <a:p>
            <a:pPr rtl="0"/>
            <a:fld id="{C02CDA83-4160-4EEB-AD7D-1C57C21837F3}"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cxnSp>
        <p:nvCxnSpPr>
          <p:cNvPr id="5" name="Straight Connector 4">
            <a:extLst>
              <a:ext uri="{FF2B5EF4-FFF2-40B4-BE49-F238E27FC236}">
                <a16:creationId xmlns:a16="http://schemas.microsoft.com/office/drawing/2014/main" id="{E4FDA226-6127-D1E5-70F0-6C592C23EDB5}"/>
              </a:ext>
            </a:extLst>
          </p:cNvPr>
          <p:cNvCxnSpPr>
            <a:cxnSpLocks/>
          </p:cNvCxnSpPr>
          <p:nvPr/>
        </p:nvCxnSpPr>
        <p:spPr>
          <a:xfrm>
            <a:off x="6362699" y="2343170"/>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19" name="Text Placeholder 29">
            <a:extLst>
              <a:ext uri="{FF2B5EF4-FFF2-40B4-BE49-F238E27FC236}">
                <a16:creationId xmlns:a16="http://schemas.microsoft.com/office/drawing/2014/main" id="{FA8FC6B4-574D-3533-2A0E-8753CB6A4332}"/>
              </a:ext>
            </a:extLst>
          </p:cNvPr>
          <p:cNvSpPr>
            <a:spLocks noGrp="1"/>
          </p:cNvSpPr>
          <p:nvPr>
            <p:ph type="body" sz="quarter" idx="28"/>
          </p:nvPr>
        </p:nvSpPr>
        <p:spPr>
          <a:xfrm>
            <a:off x="6362699" y="3226350"/>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9" name="Text Placeholder 29">
            <a:extLst>
              <a:ext uri="{FF2B5EF4-FFF2-40B4-BE49-F238E27FC236}">
                <a16:creationId xmlns:a16="http://schemas.microsoft.com/office/drawing/2014/main" id="{126B8C75-4977-39E0-2BBD-8744D13E4F45}"/>
              </a:ext>
            </a:extLst>
          </p:cNvPr>
          <p:cNvSpPr>
            <a:spLocks noGrp="1"/>
          </p:cNvSpPr>
          <p:nvPr>
            <p:ph type="body" sz="quarter" idx="29"/>
          </p:nvPr>
        </p:nvSpPr>
        <p:spPr>
          <a:xfrm>
            <a:off x="6362699" y="2617854"/>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6" name="Straight Connector 5">
            <a:extLst>
              <a:ext uri="{FF2B5EF4-FFF2-40B4-BE49-F238E27FC236}">
                <a16:creationId xmlns:a16="http://schemas.microsoft.com/office/drawing/2014/main" id="{B2258507-D06D-7375-583C-D729B5416F6F}"/>
              </a:ext>
            </a:extLst>
          </p:cNvPr>
          <p:cNvCxnSpPr>
            <a:cxnSpLocks/>
          </p:cNvCxnSpPr>
          <p:nvPr userDrawn="1"/>
        </p:nvCxnSpPr>
        <p:spPr>
          <a:xfrm>
            <a:off x="952500" y="2347162"/>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6F84125F-C8BA-5644-F1A3-93B6690228E8}"/>
              </a:ext>
            </a:extLst>
          </p:cNvPr>
          <p:cNvCxnSpPr>
            <a:cxnSpLocks/>
          </p:cNvCxnSpPr>
          <p:nvPr userDrawn="1"/>
        </p:nvCxnSpPr>
        <p:spPr>
          <a:xfrm>
            <a:off x="3663043" y="2351615"/>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1C11277-145B-C2F7-25B7-151712DDE282}"/>
              </a:ext>
            </a:extLst>
          </p:cNvPr>
          <p:cNvCxnSpPr>
            <a:cxnSpLocks/>
          </p:cNvCxnSpPr>
          <p:nvPr userDrawn="1"/>
        </p:nvCxnSpPr>
        <p:spPr>
          <a:xfrm>
            <a:off x="9062355" y="2351154"/>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440C5093-A90A-BC85-A1AE-37DD23C5B6BA}"/>
              </a:ext>
            </a:extLst>
          </p:cNvPr>
          <p:cNvCxnSpPr>
            <a:cxnSpLocks/>
          </p:cNvCxnSpPr>
          <p:nvPr userDrawn="1"/>
        </p:nvCxnSpPr>
        <p:spPr>
          <a:xfrm>
            <a:off x="6362699" y="2343170"/>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pic>
        <p:nvPicPr>
          <p:cNvPr id="23" name="Picture 22">
            <a:extLst>
              <a:ext uri="{FF2B5EF4-FFF2-40B4-BE49-F238E27FC236}">
                <a16:creationId xmlns:a16="http://schemas.microsoft.com/office/drawing/2014/main" id="{72F7CA07-70D5-7996-DE94-F7477B7F7DCD}"/>
              </a:ext>
            </a:extLst>
          </p:cNvPr>
          <p:cNvPicPr>
            <a:picLocks noChangeAspect="1"/>
          </p:cNvPicPr>
          <p:nvPr userDrawn="1"/>
        </p:nvPicPr>
        <p:blipFill>
          <a:blip r:embed="rId2"/>
          <a:srcRect b="24967"/>
          <a:stretch/>
        </p:blipFill>
        <p:spPr>
          <a:xfrm>
            <a:off x="10950152" y="88984"/>
            <a:ext cx="1092662" cy="536450"/>
          </a:xfrm>
          <a:prstGeom prst="rect">
            <a:avLst/>
          </a:prstGeom>
        </p:spPr>
      </p:pic>
    </p:spTree>
    <p:extLst>
      <p:ext uri="{BB962C8B-B14F-4D97-AF65-F5344CB8AC3E}">
        <p14:creationId xmlns:p14="http://schemas.microsoft.com/office/powerpoint/2010/main" val="518573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4" name="Text Placeholder 3"/>
          <p:cNvSpPr>
            <a:spLocks noGrp="1"/>
          </p:cNvSpPr>
          <p:nvPr>
            <p:ph type="body" sz="quarter" idx="10"/>
          </p:nvPr>
        </p:nvSpPr>
        <p:spPr>
          <a:xfrm>
            <a:off x="263525" y="2063986"/>
            <a:ext cx="10401300" cy="4039020"/>
          </a:xfrm>
        </p:spPr>
        <p:txBody>
          <a:bodyPr lIns="90000" tIns="90000" rIns="90000" bIns="90000"/>
          <a:lstStyle>
            <a:lvl1pPr marL="0" indent="0">
              <a:spcBef>
                <a:spcPts val="384"/>
              </a:spcBef>
              <a:buNone/>
              <a:defRPr/>
            </a:lvl1pPr>
            <a:lvl2pPr marL="457200" indent="-230400">
              <a:spcBef>
                <a:spcPts val="384"/>
              </a:spcBef>
              <a:defRPr/>
            </a:lvl2pPr>
            <a:lvl3pPr marL="914400" indent="-230400">
              <a:spcBef>
                <a:spcPts val="384"/>
              </a:spcBef>
              <a:buFont typeface="Franklin Gothic Book" panose="020B0503020102020204" pitchFamily="34" charset="0"/>
              <a:buChar char="−"/>
              <a:defRPr/>
            </a:lvl3pPr>
            <a:lvl4pPr marL="1375200" indent="-234000">
              <a:spcBef>
                <a:spcPts val="384"/>
              </a:spcBef>
              <a:buSzPct val="60000"/>
              <a:buFont typeface="Courier New" panose="02070309020205020404" pitchFamily="49" charset="0"/>
              <a:buChar char="o"/>
              <a:defRPr/>
            </a:lvl4pPr>
            <a:lvl5pPr marL="2059200" indent="-230400">
              <a:spcBef>
                <a:spcPts val="384"/>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6" name="Picture 5">
            <a:extLst>
              <a:ext uri="{FF2B5EF4-FFF2-40B4-BE49-F238E27FC236}">
                <a16:creationId xmlns:a16="http://schemas.microsoft.com/office/drawing/2014/main" id="{6F7A397F-9B50-45BB-B015-45FD4B858000}"/>
              </a:ext>
            </a:extLst>
          </p:cNvPr>
          <p:cNvPicPr>
            <a:picLocks noChangeAspect="1"/>
          </p:cNvPicPr>
          <p:nvPr userDrawn="1"/>
        </p:nvPicPr>
        <p:blipFill>
          <a:blip r:embed="rId2"/>
          <a:srcRect b="24967"/>
          <a:stretch/>
        </p:blipFill>
        <p:spPr>
          <a:xfrm>
            <a:off x="10950152" y="88984"/>
            <a:ext cx="1092662" cy="536450"/>
          </a:xfrm>
          <a:prstGeom prst="rect">
            <a:avLst/>
          </a:prstGeom>
        </p:spPr>
      </p:pic>
    </p:spTree>
    <p:extLst>
      <p:ext uri="{BB962C8B-B14F-4D97-AF65-F5344CB8AC3E}">
        <p14:creationId xmlns:p14="http://schemas.microsoft.com/office/powerpoint/2010/main" val="93553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ntroduction">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GB" noProof="0"/>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263525" y="849682"/>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263525" y="2295896"/>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a:xfrm>
            <a:off x="2992120" y="6332220"/>
            <a:ext cx="1313180" cy="247651"/>
          </a:xfrm>
          <a:prstGeom prst="rect">
            <a:avLst/>
          </a:prstGeom>
        </p:spPr>
        <p:txBody>
          <a:bodyPr rtlCol="0"/>
          <a:lstStyle/>
          <a:p>
            <a:pPr rtl="0"/>
            <a:fld id="{94200668-9301-4F8B-89F3-A4E2AEA8004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cxnSp>
        <p:nvCxnSpPr>
          <p:cNvPr id="5" name="Straight Connector 4">
            <a:extLst>
              <a:ext uri="{FF2B5EF4-FFF2-40B4-BE49-F238E27FC236}">
                <a16:creationId xmlns:a16="http://schemas.microsoft.com/office/drawing/2014/main" id="{54F56483-0330-33E4-C6D7-246BD49AD514}"/>
              </a:ext>
            </a:extLst>
          </p:cNvPr>
          <p:cNvCxnSpPr>
            <a:cxnSpLocks/>
          </p:cNvCxnSpPr>
          <p:nvPr userDrawn="1"/>
        </p:nvCxnSpPr>
        <p:spPr>
          <a:xfrm>
            <a:off x="1482725" y="2117502"/>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40535480-4F14-FBB7-3F7C-5067B634EBF1}"/>
              </a:ext>
            </a:extLst>
          </p:cNvPr>
          <p:cNvPicPr>
            <a:picLocks noChangeAspect="1"/>
          </p:cNvPicPr>
          <p:nvPr userDrawn="1"/>
        </p:nvPicPr>
        <p:blipFill>
          <a:blip r:embed="rId2"/>
          <a:srcRect b="24967"/>
          <a:stretch/>
        </p:blipFill>
        <p:spPr>
          <a:xfrm>
            <a:off x="10950152" y="88984"/>
            <a:ext cx="1092662" cy="536450"/>
          </a:xfrm>
          <a:prstGeom prst="rect">
            <a:avLst/>
          </a:prstGeom>
        </p:spPr>
      </p:pic>
    </p:spTree>
    <p:extLst>
      <p:ext uri="{BB962C8B-B14F-4D97-AF65-F5344CB8AC3E}">
        <p14:creationId xmlns:p14="http://schemas.microsoft.com/office/powerpoint/2010/main" val="4142040550"/>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283317" y="88174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263525" y="2286000"/>
            <a:ext cx="10211890"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a:xfrm>
            <a:off x="2992120" y="6332220"/>
            <a:ext cx="1313180" cy="247651"/>
          </a:xfrm>
          <a:prstGeom prst="rect">
            <a:avLst/>
          </a:prstGeom>
        </p:spPr>
        <p:txBody>
          <a:bodyPr rtlCol="0"/>
          <a:lstStyle/>
          <a:p>
            <a:pPr rtl="0"/>
            <a:fld id="{94200668-9301-4F8B-89F3-A4E2AEA8004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cxnSp>
        <p:nvCxnSpPr>
          <p:cNvPr id="5" name="Straight Connector 4">
            <a:extLst>
              <a:ext uri="{FF2B5EF4-FFF2-40B4-BE49-F238E27FC236}">
                <a16:creationId xmlns:a16="http://schemas.microsoft.com/office/drawing/2014/main" id="{A829F275-A3EC-ACFD-9372-805B410BFE72}"/>
              </a:ext>
            </a:extLst>
          </p:cNvPr>
          <p:cNvCxnSpPr>
            <a:cxnSpLocks/>
          </p:cNvCxnSpPr>
          <p:nvPr userDrawn="1"/>
        </p:nvCxnSpPr>
        <p:spPr>
          <a:xfrm>
            <a:off x="283317" y="1535962"/>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5D295F60-2EC9-172D-077C-A99D83090A14}"/>
              </a:ext>
            </a:extLst>
          </p:cNvPr>
          <p:cNvPicPr>
            <a:picLocks noChangeAspect="1"/>
          </p:cNvPicPr>
          <p:nvPr userDrawn="1"/>
        </p:nvPicPr>
        <p:blipFill>
          <a:blip r:embed="rId2"/>
          <a:srcRect b="24967"/>
          <a:stretch/>
        </p:blipFill>
        <p:spPr>
          <a:xfrm>
            <a:off x="10950152" y="88984"/>
            <a:ext cx="1092662" cy="536450"/>
          </a:xfrm>
          <a:prstGeom prst="rect">
            <a:avLst/>
          </a:prstGeom>
        </p:spPr>
      </p:pic>
    </p:spTree>
    <p:extLst>
      <p:ext uri="{BB962C8B-B14F-4D97-AF65-F5344CB8AC3E}">
        <p14:creationId xmlns:p14="http://schemas.microsoft.com/office/powerpoint/2010/main" val="2156216746"/>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GB" noProof="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GB" noProof="0"/>
              <a:t>Click to edit Master title style</a:t>
            </a:r>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2237FF2B-C744-B0F8-5C7B-955C694BF9F9}"/>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11430518"/>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n-GB" noProof="0"/>
              <a:t>Click icon to add chart</a:t>
            </a:r>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263525" y="876300"/>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a:xfrm>
            <a:off x="2992120" y="6332220"/>
            <a:ext cx="1313180" cy="247651"/>
          </a:xfrm>
          <a:prstGeom prst="rect">
            <a:avLst/>
          </a:prstGeom>
        </p:spPr>
        <p:txBody>
          <a:bodyPr rtlCol="0"/>
          <a:lstStyle/>
          <a:p>
            <a:pPr rtl="0"/>
            <a:fld id="{029ECAD1-3047-43DC-81B7-231597E81F1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spTree>
    <p:extLst>
      <p:ext uri="{BB962C8B-B14F-4D97-AF65-F5344CB8AC3E}">
        <p14:creationId xmlns:p14="http://schemas.microsoft.com/office/powerpoint/2010/main" val="60255594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263525" y="876300"/>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263525" y="2178132"/>
            <a:ext cx="10287000" cy="2593109"/>
          </a:xfrm>
        </p:spPr>
        <p:txBody>
          <a:bodyPr rtlCol="0"/>
          <a:lstStyle/>
          <a:p>
            <a:pPr rtl="0"/>
            <a:r>
              <a:rPr lang="en-GB" noProof="0"/>
              <a:t>Click icon to add table</a:t>
            </a:r>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a:xfrm>
            <a:off x="2992120" y="6332220"/>
            <a:ext cx="1313180" cy="247651"/>
          </a:xfrm>
          <a:prstGeom prst="rect">
            <a:avLst/>
          </a:prstGeom>
        </p:spPr>
        <p:txBody>
          <a:bodyPr rtlCol="0"/>
          <a:lstStyle/>
          <a:p>
            <a:pPr rtl="0"/>
            <a:fld id="{1E6A16EE-7FBD-4E62-A186-69A1E1C8758D}"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pic>
        <p:nvPicPr>
          <p:cNvPr id="7" name="Picture 6">
            <a:extLst>
              <a:ext uri="{FF2B5EF4-FFF2-40B4-BE49-F238E27FC236}">
                <a16:creationId xmlns:a16="http://schemas.microsoft.com/office/drawing/2014/main" id="{7D0B22B7-CA31-B931-28D2-283827C46A8E}"/>
              </a:ext>
            </a:extLst>
          </p:cNvPr>
          <p:cNvPicPr>
            <a:picLocks noChangeAspect="1"/>
          </p:cNvPicPr>
          <p:nvPr/>
        </p:nvPicPr>
        <p:blipFill>
          <a:blip r:embed="rId2"/>
          <a:stretch>
            <a:fillRect/>
          </a:stretch>
        </p:blipFill>
        <p:spPr>
          <a:xfrm>
            <a:off x="10950152" y="88984"/>
            <a:ext cx="1092662" cy="714952"/>
          </a:xfrm>
          <a:prstGeom prst="rect">
            <a:avLst/>
          </a:prstGeom>
        </p:spPr>
      </p:pic>
      <p:pic>
        <p:nvPicPr>
          <p:cNvPr id="6" name="Picture 5">
            <a:extLst>
              <a:ext uri="{FF2B5EF4-FFF2-40B4-BE49-F238E27FC236}">
                <a16:creationId xmlns:a16="http://schemas.microsoft.com/office/drawing/2014/main" id="{6A8B8021-B87D-7623-2B7F-59A834308D41}"/>
              </a:ext>
            </a:extLst>
          </p:cNvPr>
          <p:cNvPicPr>
            <a:picLocks noChangeAspect="1"/>
          </p:cNvPicPr>
          <p:nvPr userDrawn="1"/>
        </p:nvPicPr>
        <p:blipFill>
          <a:blip r:embed="rId2"/>
          <a:srcRect b="24967"/>
          <a:stretch/>
        </p:blipFill>
        <p:spPr>
          <a:xfrm>
            <a:off x="10950152" y="88984"/>
            <a:ext cx="1092662" cy="536450"/>
          </a:xfrm>
          <a:prstGeom prst="rect">
            <a:avLst/>
          </a:prstGeom>
        </p:spPr>
      </p:pic>
    </p:spTree>
    <p:extLst>
      <p:ext uri="{BB962C8B-B14F-4D97-AF65-F5344CB8AC3E}">
        <p14:creationId xmlns:p14="http://schemas.microsoft.com/office/powerpoint/2010/main" val="264758934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GB" noProof="0"/>
              <a:t>Click to edit Master title style</a:t>
            </a:r>
          </a:p>
        </p:txBody>
      </p:sp>
      <p:sp>
        <p:nvSpPr>
          <p:cNvPr id="10" name="TextBox 9">
            <a:extLst>
              <a:ext uri="{FF2B5EF4-FFF2-40B4-BE49-F238E27FC236}">
                <a16:creationId xmlns:a16="http://schemas.microsoft.com/office/drawing/2014/main" id="{E902327D-DBD4-7A4E-ABF2-A946A559A8AD}"/>
              </a:ext>
            </a:extLst>
          </p:cNvPr>
          <p:cNvSpPr txBox="1"/>
          <p:nvPr/>
        </p:nvSpPr>
        <p:spPr>
          <a:xfrm>
            <a:off x="699948" y="548291"/>
            <a:ext cx="1589372" cy="3170099"/>
          </a:xfrm>
          <a:prstGeom prst="rect">
            <a:avLst/>
          </a:prstGeom>
          <a:noFill/>
        </p:spPr>
        <p:txBody>
          <a:bodyPr wrap="square" rtlCol="0">
            <a:spAutoFit/>
          </a:bodyPr>
          <a:lstStyle/>
          <a:p>
            <a:pPr rtl="0"/>
            <a:r>
              <a:rPr lang="en-GB" sz="20000" b="1" noProof="0">
                <a:solidFill>
                  <a:schemeClr val="bg1"/>
                </a:solidFill>
              </a:rPr>
              <a:t>“</a:t>
            </a:r>
          </a:p>
        </p:txBody>
      </p:sp>
      <p:sp>
        <p:nvSpPr>
          <p:cNvPr id="2" name="Date Placeholder 1">
            <a:extLst>
              <a:ext uri="{FF2B5EF4-FFF2-40B4-BE49-F238E27FC236}">
                <a16:creationId xmlns:a16="http://schemas.microsoft.com/office/drawing/2014/main" id="{C59E4CB0-E507-1216-4D60-58E7B374AA0D}"/>
              </a:ext>
            </a:extLst>
          </p:cNvPr>
          <p:cNvSpPr>
            <a:spLocks noGrp="1"/>
          </p:cNvSpPr>
          <p:nvPr>
            <p:ph type="dt" sz="half" idx="14"/>
          </p:nvPr>
        </p:nvSpPr>
        <p:spPr>
          <a:xfrm>
            <a:off x="2992120" y="6332220"/>
            <a:ext cx="1313180" cy="247651"/>
          </a:xfrm>
          <a:prstGeom prst="rect">
            <a:avLst/>
          </a:prstGeom>
        </p:spPr>
        <p:txBody>
          <a:bodyPr rtlCol="0"/>
          <a:lstStyle/>
          <a:p>
            <a:pPr rtl="0"/>
            <a:fld id="{94200668-9301-4F8B-89F3-A4E2AEA8004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9A67E0EE-2B16-CB3F-0111-FC3A40752CAD}"/>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E2673CB-FBE5-DCF7-6756-B6B76D204C73}"/>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sp>
        <p:nvSpPr>
          <p:cNvPr id="5" name="TextBox 4">
            <a:extLst>
              <a:ext uri="{FF2B5EF4-FFF2-40B4-BE49-F238E27FC236}">
                <a16:creationId xmlns:a16="http://schemas.microsoft.com/office/drawing/2014/main" id="{30F1639A-9E11-EEDD-7222-F628BA914F02}"/>
              </a:ext>
            </a:extLst>
          </p:cNvPr>
          <p:cNvSpPr txBox="1"/>
          <p:nvPr/>
        </p:nvSpPr>
        <p:spPr>
          <a:xfrm flipV="1">
            <a:off x="8196669" y="2596372"/>
            <a:ext cx="1589372" cy="3170099"/>
          </a:xfrm>
          <a:prstGeom prst="rect">
            <a:avLst/>
          </a:prstGeom>
          <a:noFill/>
        </p:spPr>
        <p:txBody>
          <a:bodyPr wrap="square" rtlCol="0">
            <a:spAutoFit/>
          </a:bodyPr>
          <a:lstStyle/>
          <a:p>
            <a:pPr rtl="0"/>
            <a:r>
              <a:rPr lang="en-GB" sz="20000" b="1" noProof="0">
                <a:solidFill>
                  <a:schemeClr val="bg1"/>
                </a:solidFill>
              </a:rPr>
              <a:t>“</a:t>
            </a:r>
          </a:p>
        </p:txBody>
      </p:sp>
      <p:pic>
        <p:nvPicPr>
          <p:cNvPr id="8" name="Picture 7">
            <a:extLst>
              <a:ext uri="{FF2B5EF4-FFF2-40B4-BE49-F238E27FC236}">
                <a16:creationId xmlns:a16="http://schemas.microsoft.com/office/drawing/2014/main" id="{B143F997-4913-D9B0-ACCC-6E5BD9409318}"/>
              </a:ext>
            </a:extLst>
          </p:cNvPr>
          <p:cNvPicPr>
            <a:picLocks noChangeAspect="1"/>
          </p:cNvPicPr>
          <p:nvPr/>
        </p:nvPicPr>
        <p:blipFill>
          <a:blip r:embed="rId2"/>
          <a:stretch>
            <a:fillRect/>
          </a:stretch>
        </p:blipFill>
        <p:spPr>
          <a:xfrm>
            <a:off x="10950152" y="88984"/>
            <a:ext cx="1092662" cy="714952"/>
          </a:xfrm>
          <a:prstGeom prst="rect">
            <a:avLst/>
          </a:prstGeom>
        </p:spPr>
      </p:pic>
      <p:sp>
        <p:nvSpPr>
          <p:cNvPr id="6" name="TextBox 5">
            <a:extLst>
              <a:ext uri="{FF2B5EF4-FFF2-40B4-BE49-F238E27FC236}">
                <a16:creationId xmlns:a16="http://schemas.microsoft.com/office/drawing/2014/main" id="{937F56E9-DB10-9EB5-9940-34D71374B4B7}"/>
              </a:ext>
            </a:extLst>
          </p:cNvPr>
          <p:cNvSpPr txBox="1"/>
          <p:nvPr userDrawn="1"/>
        </p:nvSpPr>
        <p:spPr>
          <a:xfrm>
            <a:off x="699948" y="548291"/>
            <a:ext cx="1589372" cy="3170099"/>
          </a:xfrm>
          <a:prstGeom prst="rect">
            <a:avLst/>
          </a:prstGeom>
          <a:noFill/>
        </p:spPr>
        <p:txBody>
          <a:bodyPr wrap="square" rtlCol="0">
            <a:spAutoFit/>
          </a:bodyPr>
          <a:lstStyle/>
          <a:p>
            <a:pPr rtl="0"/>
            <a:r>
              <a:rPr lang="en-GB" sz="20000" b="1" noProof="0">
                <a:solidFill>
                  <a:schemeClr val="bg1"/>
                </a:solidFill>
              </a:rPr>
              <a:t>“</a:t>
            </a:r>
          </a:p>
        </p:txBody>
      </p:sp>
      <p:sp>
        <p:nvSpPr>
          <p:cNvPr id="7" name="TextBox 6">
            <a:extLst>
              <a:ext uri="{FF2B5EF4-FFF2-40B4-BE49-F238E27FC236}">
                <a16:creationId xmlns:a16="http://schemas.microsoft.com/office/drawing/2014/main" id="{C6AAA933-54C3-FC13-8392-7154AAB825F1}"/>
              </a:ext>
            </a:extLst>
          </p:cNvPr>
          <p:cNvSpPr txBox="1"/>
          <p:nvPr userDrawn="1"/>
        </p:nvSpPr>
        <p:spPr>
          <a:xfrm flipV="1">
            <a:off x="8196669" y="2596372"/>
            <a:ext cx="1589372" cy="3170099"/>
          </a:xfrm>
          <a:prstGeom prst="rect">
            <a:avLst/>
          </a:prstGeom>
          <a:noFill/>
        </p:spPr>
        <p:txBody>
          <a:bodyPr wrap="square" rtlCol="0">
            <a:spAutoFit/>
          </a:bodyPr>
          <a:lstStyle/>
          <a:p>
            <a:pPr rtl="0"/>
            <a:r>
              <a:rPr lang="en-GB" sz="20000" b="1" noProof="0">
                <a:solidFill>
                  <a:schemeClr val="bg1"/>
                </a:solidFill>
              </a:rPr>
              <a:t>“</a:t>
            </a:r>
          </a:p>
        </p:txBody>
      </p:sp>
      <p:pic>
        <p:nvPicPr>
          <p:cNvPr id="11" name="Picture 10">
            <a:extLst>
              <a:ext uri="{FF2B5EF4-FFF2-40B4-BE49-F238E27FC236}">
                <a16:creationId xmlns:a16="http://schemas.microsoft.com/office/drawing/2014/main" id="{03A11CE1-ECA9-F763-6833-711D1CC19737}"/>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1184194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am">
    <p:bg>
      <p:bgPr>
        <a:solidFill>
          <a:schemeClr val="tx1"/>
        </a:solidFill>
        <a:effectLst/>
      </p:bgPr>
    </p:bg>
    <p:spTree>
      <p:nvGrpSpPr>
        <p:cNvPr id="1" name=""/>
        <p:cNvGrpSpPr/>
        <p:nvPr/>
      </p:nvGrpSpPr>
      <p:grpSpPr>
        <a:xfrm>
          <a:off x="0" y="0"/>
          <a:ext cx="0" cy="0"/>
          <a:chOff x="0" y="0"/>
          <a:chExt cx="0" cy="0"/>
        </a:xfrm>
      </p:grpSpPr>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GB" noProof="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263525" y="381000"/>
            <a:ext cx="7532277" cy="610863"/>
          </a:xfrm>
          <a:prstGeom prst="rect">
            <a:avLst/>
          </a:prstGeom>
        </p:spPr>
        <p:txBody>
          <a:bodyPr lIns="0" tIns="0" rIns="0" bIns="0" rtlCol="0" anchor="b" anchorCtr="0">
            <a:normAutofit/>
          </a:bodyPr>
          <a:lstStyle>
            <a:lvl1pPr>
              <a:defRPr sz="4400" b="1" i="0">
                <a:solidFill>
                  <a:srgbClr val="53547B"/>
                </a:solidFill>
                <a:latin typeface="+mj-lt"/>
              </a:defRPr>
            </a:lvl1pPr>
          </a:lstStyle>
          <a:p>
            <a:pPr rtl="0"/>
            <a:r>
              <a:rPr lang="en-GB" noProof="0"/>
              <a:t>Click to edit Master title style</a:t>
            </a:r>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GB" noProof="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GB" noProof="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GB" noProof="0"/>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a:xfrm>
            <a:off x="2992120" y="6332220"/>
            <a:ext cx="1313180" cy="247651"/>
          </a:xfrm>
          <a:prstGeom prst="rect">
            <a:avLst/>
          </a:prstGeom>
        </p:spPr>
        <p:txBody>
          <a:bodyPr rtlCol="0"/>
          <a:lstStyle/>
          <a:p>
            <a:pPr rtl="0"/>
            <a:fld id="{D21FA074-9295-430E-9633-F682F8C96958}"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C7F30EBD-323B-1F4B-99F7-8E2F2590B217}"/>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5" name="Straight Connector 4">
            <a:extLst>
              <a:ext uri="{FF2B5EF4-FFF2-40B4-BE49-F238E27FC236}">
                <a16:creationId xmlns:a16="http://schemas.microsoft.com/office/drawing/2014/main" id="{87E809C7-5F05-C752-D726-C5CDBF4AABE1}"/>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pic>
        <p:nvPicPr>
          <p:cNvPr id="6" name="Picture 5">
            <a:extLst>
              <a:ext uri="{FF2B5EF4-FFF2-40B4-BE49-F238E27FC236}">
                <a16:creationId xmlns:a16="http://schemas.microsoft.com/office/drawing/2014/main" id="{8E61E520-F2C7-285D-3342-509BE3A27C61}"/>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9286209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Team">
    <p:bg>
      <p:bgPr>
        <a:solidFill>
          <a:schemeClr val="tx1"/>
        </a:solidFill>
        <a:effectLst/>
      </p:bgPr>
    </p:bg>
    <p:spTree>
      <p:nvGrpSpPr>
        <p:cNvPr id="1" name=""/>
        <p:cNvGrpSpPr/>
        <p:nvPr/>
      </p:nvGrpSpPr>
      <p:grpSpPr>
        <a:xfrm>
          <a:off x="0" y="0"/>
          <a:ext cx="0" cy="0"/>
          <a:chOff x="0" y="0"/>
          <a:chExt cx="0" cy="0"/>
        </a:xfrm>
      </p:grpSpPr>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1700201"/>
            <a:ext cx="1302503" cy="1252679"/>
          </a:xfrm>
          <a:prstGeom prst="rect">
            <a:avLst/>
          </a:prstGeom>
        </p:spPr>
        <p:txBody>
          <a:bodyPr rtlCol="0"/>
          <a:lstStyle/>
          <a:p>
            <a:pPr rtl="0"/>
            <a:r>
              <a:rPr lang="en-GB" noProof="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263525" y="381000"/>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2746171" y="1700201"/>
            <a:ext cx="1302503" cy="1252679"/>
          </a:xfrm>
          <a:prstGeom prst="rect">
            <a:avLst/>
          </a:prstGeom>
        </p:spPr>
        <p:txBody>
          <a:bodyPr rtlCol="0"/>
          <a:lstStyle/>
          <a:p>
            <a:pPr rtl="0"/>
            <a:r>
              <a:rPr lang="en-GB" noProof="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3469865"/>
            <a:ext cx="1311944"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3063441"/>
            <a:ext cx="1311948"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2750934" y="3469865"/>
            <a:ext cx="1308596"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2750934" y="3063441"/>
            <a:ext cx="1308602"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4547857"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4547856"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6331791"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6331790"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4543094" y="1700201"/>
            <a:ext cx="1302503" cy="1252679"/>
          </a:xfrm>
          <a:prstGeom prst="rect">
            <a:avLst/>
          </a:prstGeom>
        </p:spPr>
        <p:txBody>
          <a:bodyPr rtlCol="0"/>
          <a:lstStyle/>
          <a:p>
            <a:pPr rtl="0"/>
            <a:r>
              <a:rPr lang="en-GB" noProof="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6333559" y="1700201"/>
            <a:ext cx="1302503" cy="1252679"/>
          </a:xfrm>
          <a:prstGeom prst="rect">
            <a:avLst/>
          </a:prstGeom>
        </p:spPr>
        <p:txBody>
          <a:bodyPr rtlCol="0"/>
          <a:lstStyle/>
          <a:p>
            <a:pPr rtl="0"/>
            <a:r>
              <a:rPr lang="en-GB" noProof="0"/>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a:xfrm>
            <a:off x="2992120" y="6332220"/>
            <a:ext cx="1313180" cy="247651"/>
          </a:xfrm>
          <a:prstGeom prst="rect">
            <a:avLst/>
          </a:prstGeom>
        </p:spPr>
        <p:txBody>
          <a:bodyPr rtlCol="0"/>
          <a:lstStyle/>
          <a:p>
            <a:pPr rtl="0"/>
            <a:fld id="{D21FA074-9295-430E-9633-F682F8C96958}"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sp>
        <p:nvSpPr>
          <p:cNvPr id="5" name="Text Placeholder 29">
            <a:extLst>
              <a:ext uri="{FF2B5EF4-FFF2-40B4-BE49-F238E27FC236}">
                <a16:creationId xmlns:a16="http://schemas.microsoft.com/office/drawing/2014/main" id="{4D3EC6AE-C061-0D87-0A10-79442515791C}"/>
              </a:ext>
            </a:extLst>
          </p:cNvPr>
          <p:cNvSpPr>
            <a:spLocks noGrp="1"/>
          </p:cNvSpPr>
          <p:nvPr>
            <p:ph type="body" sz="quarter" idx="35"/>
          </p:nvPr>
        </p:nvSpPr>
        <p:spPr>
          <a:xfrm>
            <a:off x="8059335"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 name="Text Placeholder 29">
            <a:extLst>
              <a:ext uri="{FF2B5EF4-FFF2-40B4-BE49-F238E27FC236}">
                <a16:creationId xmlns:a16="http://schemas.microsoft.com/office/drawing/2014/main" id="{6034DF5C-134B-942E-816E-152AE65DFEF7}"/>
              </a:ext>
            </a:extLst>
          </p:cNvPr>
          <p:cNvSpPr>
            <a:spLocks noGrp="1"/>
          </p:cNvSpPr>
          <p:nvPr>
            <p:ph type="body" sz="quarter" idx="36"/>
          </p:nvPr>
        </p:nvSpPr>
        <p:spPr>
          <a:xfrm>
            <a:off x="8059334"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 name="Text Placeholder 29">
            <a:extLst>
              <a:ext uri="{FF2B5EF4-FFF2-40B4-BE49-F238E27FC236}">
                <a16:creationId xmlns:a16="http://schemas.microsoft.com/office/drawing/2014/main" id="{C7FF0E68-3E67-5B4A-84E3-5E7BBA8CD4AC}"/>
              </a:ext>
            </a:extLst>
          </p:cNvPr>
          <p:cNvSpPr>
            <a:spLocks noGrp="1"/>
          </p:cNvSpPr>
          <p:nvPr>
            <p:ph type="body" sz="quarter" idx="37"/>
          </p:nvPr>
        </p:nvSpPr>
        <p:spPr>
          <a:xfrm>
            <a:off x="9843269"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 name="Text Placeholder 29">
            <a:extLst>
              <a:ext uri="{FF2B5EF4-FFF2-40B4-BE49-F238E27FC236}">
                <a16:creationId xmlns:a16="http://schemas.microsoft.com/office/drawing/2014/main" id="{B2394995-4445-7B22-5EA7-AA6CE047643A}"/>
              </a:ext>
            </a:extLst>
          </p:cNvPr>
          <p:cNvSpPr>
            <a:spLocks noGrp="1"/>
          </p:cNvSpPr>
          <p:nvPr>
            <p:ph type="body" sz="quarter" idx="38"/>
          </p:nvPr>
        </p:nvSpPr>
        <p:spPr>
          <a:xfrm>
            <a:off x="9843268"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9" name="Picture Placeholder 25">
            <a:extLst>
              <a:ext uri="{FF2B5EF4-FFF2-40B4-BE49-F238E27FC236}">
                <a16:creationId xmlns:a16="http://schemas.microsoft.com/office/drawing/2014/main" id="{CA67A7C0-7678-3178-976C-1CEA03B74207}"/>
              </a:ext>
            </a:extLst>
          </p:cNvPr>
          <p:cNvSpPr>
            <a:spLocks noGrp="1"/>
          </p:cNvSpPr>
          <p:nvPr>
            <p:ph type="pic" sz="quarter" idx="39"/>
          </p:nvPr>
        </p:nvSpPr>
        <p:spPr>
          <a:xfrm>
            <a:off x="8054572" y="1700201"/>
            <a:ext cx="1302503" cy="1252679"/>
          </a:xfrm>
          <a:prstGeom prst="rect">
            <a:avLst/>
          </a:prstGeom>
        </p:spPr>
        <p:txBody>
          <a:bodyPr rtlCol="0"/>
          <a:lstStyle/>
          <a:p>
            <a:pPr rtl="0"/>
            <a:r>
              <a:rPr lang="en-GB" noProof="0"/>
              <a:t>Click icon to add picture</a:t>
            </a:r>
          </a:p>
        </p:txBody>
      </p:sp>
      <p:sp>
        <p:nvSpPr>
          <p:cNvPr id="10" name="Picture Placeholder 25">
            <a:extLst>
              <a:ext uri="{FF2B5EF4-FFF2-40B4-BE49-F238E27FC236}">
                <a16:creationId xmlns:a16="http://schemas.microsoft.com/office/drawing/2014/main" id="{AE32BCDA-609E-8F0D-AEA9-832C0B9781AC}"/>
              </a:ext>
            </a:extLst>
          </p:cNvPr>
          <p:cNvSpPr>
            <a:spLocks noGrp="1"/>
          </p:cNvSpPr>
          <p:nvPr>
            <p:ph type="pic" sz="quarter" idx="40"/>
          </p:nvPr>
        </p:nvSpPr>
        <p:spPr>
          <a:xfrm>
            <a:off x="9845037" y="1700201"/>
            <a:ext cx="1302503" cy="1252679"/>
          </a:xfrm>
          <a:prstGeom prst="rect">
            <a:avLst/>
          </a:prstGeom>
        </p:spPr>
        <p:txBody>
          <a:bodyPr rtlCol="0"/>
          <a:lstStyle/>
          <a:p>
            <a:pPr rtl="0"/>
            <a:r>
              <a:rPr lang="en-GB" noProof="0"/>
              <a:t>Click icon to add picture</a:t>
            </a:r>
          </a:p>
        </p:txBody>
      </p:sp>
      <p:sp>
        <p:nvSpPr>
          <p:cNvPr id="60" name="Picture Placeholder 25">
            <a:extLst>
              <a:ext uri="{FF2B5EF4-FFF2-40B4-BE49-F238E27FC236}">
                <a16:creationId xmlns:a16="http://schemas.microsoft.com/office/drawing/2014/main" id="{5D872316-B7EF-29EF-97C3-B67FAF0B9B74}"/>
              </a:ext>
            </a:extLst>
          </p:cNvPr>
          <p:cNvSpPr>
            <a:spLocks noGrp="1"/>
          </p:cNvSpPr>
          <p:nvPr>
            <p:ph type="pic" sz="quarter" idx="41"/>
          </p:nvPr>
        </p:nvSpPr>
        <p:spPr>
          <a:xfrm>
            <a:off x="954268" y="3926475"/>
            <a:ext cx="1302503" cy="1252679"/>
          </a:xfrm>
          <a:prstGeom prst="rect">
            <a:avLst/>
          </a:prstGeom>
        </p:spPr>
        <p:txBody>
          <a:bodyPr rtlCol="0"/>
          <a:lstStyle/>
          <a:p>
            <a:pPr rtl="0"/>
            <a:r>
              <a:rPr lang="en-GB" noProof="0"/>
              <a:t>Click icon to add picture</a:t>
            </a:r>
          </a:p>
        </p:txBody>
      </p:sp>
      <p:sp>
        <p:nvSpPr>
          <p:cNvPr id="64" name="Picture Placeholder 25">
            <a:extLst>
              <a:ext uri="{FF2B5EF4-FFF2-40B4-BE49-F238E27FC236}">
                <a16:creationId xmlns:a16="http://schemas.microsoft.com/office/drawing/2014/main" id="{1670C7CA-A180-13EE-E8A9-D27267CEB1AD}"/>
              </a:ext>
            </a:extLst>
          </p:cNvPr>
          <p:cNvSpPr>
            <a:spLocks noGrp="1"/>
          </p:cNvSpPr>
          <p:nvPr>
            <p:ph type="pic" sz="quarter" idx="42"/>
          </p:nvPr>
        </p:nvSpPr>
        <p:spPr>
          <a:xfrm>
            <a:off x="2746171" y="3926475"/>
            <a:ext cx="1302503" cy="1252679"/>
          </a:xfrm>
          <a:prstGeom prst="rect">
            <a:avLst/>
          </a:prstGeom>
        </p:spPr>
        <p:txBody>
          <a:bodyPr rtlCol="0"/>
          <a:lstStyle/>
          <a:p>
            <a:pPr rtl="0"/>
            <a:r>
              <a:rPr lang="en-GB" noProof="0"/>
              <a:t>Click icon to add picture</a:t>
            </a:r>
          </a:p>
        </p:txBody>
      </p:sp>
      <p:sp>
        <p:nvSpPr>
          <p:cNvPr id="65" name="Text Placeholder 29">
            <a:extLst>
              <a:ext uri="{FF2B5EF4-FFF2-40B4-BE49-F238E27FC236}">
                <a16:creationId xmlns:a16="http://schemas.microsoft.com/office/drawing/2014/main" id="{1FF7A721-2894-B9E1-D659-1A659582EBC2}"/>
              </a:ext>
            </a:extLst>
          </p:cNvPr>
          <p:cNvSpPr>
            <a:spLocks noGrp="1"/>
          </p:cNvSpPr>
          <p:nvPr>
            <p:ph type="body" sz="quarter" idx="43"/>
          </p:nvPr>
        </p:nvSpPr>
        <p:spPr>
          <a:xfrm>
            <a:off x="952500" y="5700907"/>
            <a:ext cx="1311944"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7" name="Text Placeholder 29">
            <a:extLst>
              <a:ext uri="{FF2B5EF4-FFF2-40B4-BE49-F238E27FC236}">
                <a16:creationId xmlns:a16="http://schemas.microsoft.com/office/drawing/2014/main" id="{13A1CDC4-56F7-5D5B-DDC1-FE3F2DBB4E48}"/>
              </a:ext>
            </a:extLst>
          </p:cNvPr>
          <p:cNvSpPr>
            <a:spLocks noGrp="1"/>
          </p:cNvSpPr>
          <p:nvPr>
            <p:ph type="body" sz="quarter" idx="44"/>
          </p:nvPr>
        </p:nvSpPr>
        <p:spPr>
          <a:xfrm>
            <a:off x="952500" y="5265611"/>
            <a:ext cx="1311948"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8" name="Text Placeholder 29">
            <a:extLst>
              <a:ext uri="{FF2B5EF4-FFF2-40B4-BE49-F238E27FC236}">
                <a16:creationId xmlns:a16="http://schemas.microsoft.com/office/drawing/2014/main" id="{B0A1103F-88C8-9C7E-276D-17E16EE148F0}"/>
              </a:ext>
            </a:extLst>
          </p:cNvPr>
          <p:cNvSpPr>
            <a:spLocks noGrp="1"/>
          </p:cNvSpPr>
          <p:nvPr>
            <p:ph type="body" sz="quarter" idx="45"/>
          </p:nvPr>
        </p:nvSpPr>
        <p:spPr>
          <a:xfrm>
            <a:off x="2750934" y="5696139"/>
            <a:ext cx="1308596"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0" name="Text Placeholder 29">
            <a:extLst>
              <a:ext uri="{FF2B5EF4-FFF2-40B4-BE49-F238E27FC236}">
                <a16:creationId xmlns:a16="http://schemas.microsoft.com/office/drawing/2014/main" id="{2E354471-334B-5ACC-F828-2FDBAB9E1F1C}"/>
              </a:ext>
            </a:extLst>
          </p:cNvPr>
          <p:cNvSpPr>
            <a:spLocks noGrp="1"/>
          </p:cNvSpPr>
          <p:nvPr>
            <p:ph type="body" sz="quarter" idx="46"/>
          </p:nvPr>
        </p:nvSpPr>
        <p:spPr>
          <a:xfrm>
            <a:off x="2750934" y="5289715"/>
            <a:ext cx="1308602"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1" name="Text Placeholder 29">
            <a:extLst>
              <a:ext uri="{FF2B5EF4-FFF2-40B4-BE49-F238E27FC236}">
                <a16:creationId xmlns:a16="http://schemas.microsoft.com/office/drawing/2014/main" id="{0098B4C0-4069-9048-C0AC-DFA4CCACC508}"/>
              </a:ext>
            </a:extLst>
          </p:cNvPr>
          <p:cNvSpPr>
            <a:spLocks noGrp="1"/>
          </p:cNvSpPr>
          <p:nvPr>
            <p:ph type="body" sz="quarter" idx="47"/>
          </p:nvPr>
        </p:nvSpPr>
        <p:spPr>
          <a:xfrm>
            <a:off x="4547857"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0" name="Text Placeholder 29">
            <a:extLst>
              <a:ext uri="{FF2B5EF4-FFF2-40B4-BE49-F238E27FC236}">
                <a16:creationId xmlns:a16="http://schemas.microsoft.com/office/drawing/2014/main" id="{AC4C3871-06DB-6193-3D44-FF9B531A68BC}"/>
              </a:ext>
            </a:extLst>
          </p:cNvPr>
          <p:cNvSpPr>
            <a:spLocks noGrp="1"/>
          </p:cNvSpPr>
          <p:nvPr>
            <p:ph type="body" sz="quarter" idx="48"/>
          </p:nvPr>
        </p:nvSpPr>
        <p:spPr>
          <a:xfrm>
            <a:off x="4547856"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1" name="Text Placeholder 29">
            <a:extLst>
              <a:ext uri="{FF2B5EF4-FFF2-40B4-BE49-F238E27FC236}">
                <a16:creationId xmlns:a16="http://schemas.microsoft.com/office/drawing/2014/main" id="{19334C22-521C-6D0A-83EF-8A0200D05692}"/>
              </a:ext>
            </a:extLst>
          </p:cNvPr>
          <p:cNvSpPr>
            <a:spLocks noGrp="1"/>
          </p:cNvSpPr>
          <p:nvPr>
            <p:ph type="body" sz="quarter" idx="49"/>
          </p:nvPr>
        </p:nvSpPr>
        <p:spPr>
          <a:xfrm>
            <a:off x="6331791"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2" name="Text Placeholder 29">
            <a:extLst>
              <a:ext uri="{FF2B5EF4-FFF2-40B4-BE49-F238E27FC236}">
                <a16:creationId xmlns:a16="http://schemas.microsoft.com/office/drawing/2014/main" id="{C0FE8171-DCB4-B58B-9C47-2743760A7A96}"/>
              </a:ext>
            </a:extLst>
          </p:cNvPr>
          <p:cNvSpPr>
            <a:spLocks noGrp="1"/>
          </p:cNvSpPr>
          <p:nvPr>
            <p:ph type="body" sz="quarter" idx="50"/>
          </p:nvPr>
        </p:nvSpPr>
        <p:spPr>
          <a:xfrm>
            <a:off x="6331790"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3" name="Picture Placeholder 25">
            <a:extLst>
              <a:ext uri="{FF2B5EF4-FFF2-40B4-BE49-F238E27FC236}">
                <a16:creationId xmlns:a16="http://schemas.microsoft.com/office/drawing/2014/main" id="{51CFF551-DC2D-FB0C-26FB-0CB0BA151053}"/>
              </a:ext>
            </a:extLst>
          </p:cNvPr>
          <p:cNvSpPr>
            <a:spLocks noGrp="1"/>
          </p:cNvSpPr>
          <p:nvPr>
            <p:ph type="pic" sz="quarter" idx="51"/>
          </p:nvPr>
        </p:nvSpPr>
        <p:spPr>
          <a:xfrm>
            <a:off x="4543094" y="3926475"/>
            <a:ext cx="1302503" cy="1252679"/>
          </a:xfrm>
          <a:prstGeom prst="rect">
            <a:avLst/>
          </a:prstGeom>
        </p:spPr>
        <p:txBody>
          <a:bodyPr rtlCol="0"/>
          <a:lstStyle/>
          <a:p>
            <a:pPr rtl="0"/>
            <a:r>
              <a:rPr lang="en-GB" noProof="0"/>
              <a:t>Click icon to add picture</a:t>
            </a:r>
          </a:p>
        </p:txBody>
      </p:sp>
      <p:sp>
        <p:nvSpPr>
          <p:cNvPr id="84" name="Picture Placeholder 25">
            <a:extLst>
              <a:ext uri="{FF2B5EF4-FFF2-40B4-BE49-F238E27FC236}">
                <a16:creationId xmlns:a16="http://schemas.microsoft.com/office/drawing/2014/main" id="{4EEFC200-59DF-7159-01F0-BFA985CE4F36}"/>
              </a:ext>
            </a:extLst>
          </p:cNvPr>
          <p:cNvSpPr>
            <a:spLocks noGrp="1"/>
          </p:cNvSpPr>
          <p:nvPr>
            <p:ph type="pic" sz="quarter" idx="52"/>
          </p:nvPr>
        </p:nvSpPr>
        <p:spPr>
          <a:xfrm>
            <a:off x="6333559" y="3926475"/>
            <a:ext cx="1302503" cy="1252679"/>
          </a:xfrm>
          <a:prstGeom prst="rect">
            <a:avLst/>
          </a:prstGeom>
        </p:spPr>
        <p:txBody>
          <a:bodyPr rtlCol="0"/>
          <a:lstStyle/>
          <a:p>
            <a:pPr rtl="0"/>
            <a:r>
              <a:rPr lang="en-GB" noProof="0"/>
              <a:t>Click icon to add picture</a:t>
            </a:r>
          </a:p>
        </p:txBody>
      </p:sp>
      <p:sp>
        <p:nvSpPr>
          <p:cNvPr id="85" name="Text Placeholder 29">
            <a:extLst>
              <a:ext uri="{FF2B5EF4-FFF2-40B4-BE49-F238E27FC236}">
                <a16:creationId xmlns:a16="http://schemas.microsoft.com/office/drawing/2014/main" id="{2F8563B7-214B-8EA3-A175-710B7C4EA3E8}"/>
              </a:ext>
            </a:extLst>
          </p:cNvPr>
          <p:cNvSpPr>
            <a:spLocks noGrp="1"/>
          </p:cNvSpPr>
          <p:nvPr>
            <p:ph type="body" sz="quarter" idx="53"/>
          </p:nvPr>
        </p:nvSpPr>
        <p:spPr>
          <a:xfrm>
            <a:off x="8059335"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6" name="Text Placeholder 29">
            <a:extLst>
              <a:ext uri="{FF2B5EF4-FFF2-40B4-BE49-F238E27FC236}">
                <a16:creationId xmlns:a16="http://schemas.microsoft.com/office/drawing/2014/main" id="{70DB41A6-F3ED-6508-C1C3-EAADD664A0C7}"/>
              </a:ext>
            </a:extLst>
          </p:cNvPr>
          <p:cNvSpPr>
            <a:spLocks noGrp="1"/>
          </p:cNvSpPr>
          <p:nvPr>
            <p:ph type="body" sz="quarter" idx="54"/>
          </p:nvPr>
        </p:nvSpPr>
        <p:spPr>
          <a:xfrm>
            <a:off x="8059334"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7" name="Text Placeholder 29">
            <a:extLst>
              <a:ext uri="{FF2B5EF4-FFF2-40B4-BE49-F238E27FC236}">
                <a16:creationId xmlns:a16="http://schemas.microsoft.com/office/drawing/2014/main" id="{9970B698-9FCF-8054-BB1B-14800B54394C}"/>
              </a:ext>
            </a:extLst>
          </p:cNvPr>
          <p:cNvSpPr>
            <a:spLocks noGrp="1"/>
          </p:cNvSpPr>
          <p:nvPr>
            <p:ph type="body" sz="quarter" idx="55"/>
          </p:nvPr>
        </p:nvSpPr>
        <p:spPr>
          <a:xfrm>
            <a:off x="9843269"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8" name="Text Placeholder 29">
            <a:extLst>
              <a:ext uri="{FF2B5EF4-FFF2-40B4-BE49-F238E27FC236}">
                <a16:creationId xmlns:a16="http://schemas.microsoft.com/office/drawing/2014/main" id="{0E10B745-876A-A9A3-EF18-7A9CF9AFF08B}"/>
              </a:ext>
            </a:extLst>
          </p:cNvPr>
          <p:cNvSpPr>
            <a:spLocks noGrp="1"/>
          </p:cNvSpPr>
          <p:nvPr>
            <p:ph type="body" sz="quarter" idx="56"/>
          </p:nvPr>
        </p:nvSpPr>
        <p:spPr>
          <a:xfrm>
            <a:off x="9843268"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9" name="Picture Placeholder 25">
            <a:extLst>
              <a:ext uri="{FF2B5EF4-FFF2-40B4-BE49-F238E27FC236}">
                <a16:creationId xmlns:a16="http://schemas.microsoft.com/office/drawing/2014/main" id="{EE69DE36-31A4-1EBD-81A5-DD0A2A14E14B}"/>
              </a:ext>
            </a:extLst>
          </p:cNvPr>
          <p:cNvSpPr>
            <a:spLocks noGrp="1"/>
          </p:cNvSpPr>
          <p:nvPr>
            <p:ph type="pic" sz="quarter" idx="57"/>
          </p:nvPr>
        </p:nvSpPr>
        <p:spPr>
          <a:xfrm>
            <a:off x="8054572" y="3926475"/>
            <a:ext cx="1302503" cy="1252679"/>
          </a:xfrm>
          <a:prstGeom prst="rect">
            <a:avLst/>
          </a:prstGeom>
        </p:spPr>
        <p:txBody>
          <a:bodyPr rtlCol="0"/>
          <a:lstStyle/>
          <a:p>
            <a:pPr rtl="0"/>
            <a:r>
              <a:rPr lang="en-GB" noProof="0"/>
              <a:t>Click icon to add picture</a:t>
            </a:r>
          </a:p>
        </p:txBody>
      </p:sp>
      <p:sp>
        <p:nvSpPr>
          <p:cNvPr id="90" name="Picture Placeholder 25">
            <a:extLst>
              <a:ext uri="{FF2B5EF4-FFF2-40B4-BE49-F238E27FC236}">
                <a16:creationId xmlns:a16="http://schemas.microsoft.com/office/drawing/2014/main" id="{60E41D29-F387-CA39-390A-77DB73AC2940}"/>
              </a:ext>
            </a:extLst>
          </p:cNvPr>
          <p:cNvSpPr>
            <a:spLocks noGrp="1"/>
          </p:cNvSpPr>
          <p:nvPr>
            <p:ph type="pic" sz="quarter" idx="58"/>
          </p:nvPr>
        </p:nvSpPr>
        <p:spPr>
          <a:xfrm>
            <a:off x="9845037" y="3926475"/>
            <a:ext cx="1302503" cy="1252679"/>
          </a:xfrm>
          <a:prstGeom prst="rect">
            <a:avLst/>
          </a:prstGeom>
        </p:spPr>
        <p:txBody>
          <a:bodyPr rtlCol="0"/>
          <a:lstStyle/>
          <a:p>
            <a:pPr rtl="0"/>
            <a:r>
              <a:rPr lang="en-GB" noProof="0"/>
              <a:t>Click icon to add picture</a:t>
            </a:r>
          </a:p>
        </p:txBody>
      </p:sp>
      <p:pic>
        <p:nvPicPr>
          <p:cNvPr id="13" name="Picture 12">
            <a:extLst>
              <a:ext uri="{FF2B5EF4-FFF2-40B4-BE49-F238E27FC236}">
                <a16:creationId xmlns:a16="http://schemas.microsoft.com/office/drawing/2014/main" id="{27B435E6-5252-56D5-2863-20D79120A16B}"/>
              </a:ext>
            </a:extLst>
          </p:cNvPr>
          <p:cNvPicPr>
            <a:picLocks noChangeAspect="1"/>
          </p:cNvPicPr>
          <p:nvPr/>
        </p:nvPicPr>
        <p:blipFill>
          <a:blip r:embed="rId2"/>
          <a:stretch>
            <a:fillRect/>
          </a:stretch>
        </p:blipFill>
        <p:spPr>
          <a:xfrm>
            <a:off x="10950152" y="88984"/>
            <a:ext cx="1092662" cy="714952"/>
          </a:xfrm>
          <a:prstGeom prst="rect">
            <a:avLst/>
          </a:prstGeom>
        </p:spPr>
      </p:pic>
      <p:pic>
        <p:nvPicPr>
          <p:cNvPr id="11" name="Picture 10">
            <a:extLst>
              <a:ext uri="{FF2B5EF4-FFF2-40B4-BE49-F238E27FC236}">
                <a16:creationId xmlns:a16="http://schemas.microsoft.com/office/drawing/2014/main" id="{9D7A687D-AD72-A895-190D-D670202B11EF}"/>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42263522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p:nvCxnSpPr>
        <p:spPr>
          <a:xfrm flipH="1">
            <a:off x="345161" y="1777354"/>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p:nvCxnSpPr>
        <p:spPr>
          <a:xfrm flipH="1">
            <a:off x="5479695" y="1777354"/>
            <a:ext cx="11102"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p:nvCxnSpPr>
        <p:spPr>
          <a:xfrm flipH="1">
            <a:off x="7078173" y="3776434"/>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p:nvCxnSpPr>
        <p:spPr>
          <a:xfrm flipH="1">
            <a:off x="1943639" y="3767051"/>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596157" y="2202335"/>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596157" y="1836165"/>
            <a:ext cx="4033574"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2230350" y="4355337"/>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2230350" y="3996044"/>
            <a:ext cx="4033574" cy="205837"/>
          </a:xfrm>
          <a:ln>
            <a:noFill/>
          </a:ln>
        </p:spPr>
        <p:txBody>
          <a:bodyPr vert="horz" lIns="0" tIns="0" rIns="0" bIns="0" rtlCol="0">
            <a:noAutofit/>
          </a:bodyPr>
          <a:lstStyle>
            <a:lvl1pPr marL="0" indent="0">
              <a:spcBef>
                <a:spcPts val="400"/>
              </a:spcBef>
              <a:buNone/>
              <a:defRPr lang="en-US" sz="1800" spc="0" baseline="0" dirty="0">
                <a:solidFill>
                  <a:schemeClr val="bg1"/>
                </a:solidFill>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7334262" y="4355337"/>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7334262" y="3996044"/>
            <a:ext cx="4033574" cy="205837"/>
          </a:xfrm>
          <a:ln>
            <a:noFill/>
          </a:ln>
        </p:spPr>
        <p:txBody>
          <a:bodyPr vert="horz" lIns="0" tIns="0" rIns="0" bIns="0" rtlCol="0">
            <a:noAutofit/>
          </a:bodyPr>
          <a:lstStyle>
            <a:lvl1pPr marL="0" indent="0">
              <a:spcBef>
                <a:spcPts val="400"/>
              </a:spcBef>
              <a:buNone/>
              <a:defRPr lang="en-US" sz="1800" spc="0" baseline="0" dirty="0">
                <a:solidFill>
                  <a:schemeClr val="bg1"/>
                </a:solidFill>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5737345" y="2202335"/>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5737345" y="1836165"/>
            <a:ext cx="4033574"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a:cxnSpLocks/>
          </p:cNvCxnSpPr>
          <p:nvPr/>
        </p:nvCxnSpPr>
        <p:spPr>
          <a:xfrm>
            <a:off x="266891" y="3722595"/>
            <a:ext cx="11100945" cy="0"/>
          </a:xfrm>
          <a:prstGeom prst="line">
            <a:avLst/>
          </a:prstGeom>
          <a:ln w="16510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p:nvSpPr>
        <p:spPr>
          <a:xfrm>
            <a:off x="263525" y="3637056"/>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7" name="Rectangle 46">
            <a:extLst>
              <a:ext uri="{FF2B5EF4-FFF2-40B4-BE49-F238E27FC236}">
                <a16:creationId xmlns:a16="http://schemas.microsoft.com/office/drawing/2014/main" id="{6119FF13-13AB-3448-B24E-58E18B3CE2B6}"/>
              </a:ext>
            </a:extLst>
          </p:cNvPr>
          <p:cNvSpPr/>
          <p:nvPr/>
        </p:nvSpPr>
        <p:spPr>
          <a:xfrm>
            <a:off x="1882736" y="3645827"/>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7" name="Rectangle 26">
            <a:extLst>
              <a:ext uri="{FF2B5EF4-FFF2-40B4-BE49-F238E27FC236}">
                <a16:creationId xmlns:a16="http://schemas.microsoft.com/office/drawing/2014/main" id="{22F8F982-870E-AE44-B0D3-B3313BC48DB7}"/>
              </a:ext>
            </a:extLst>
          </p:cNvPr>
          <p:cNvSpPr/>
          <p:nvPr/>
        </p:nvSpPr>
        <p:spPr>
          <a:xfrm>
            <a:off x="5398059" y="3637056"/>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9" name="Rectangle 28">
            <a:extLst>
              <a:ext uri="{FF2B5EF4-FFF2-40B4-BE49-F238E27FC236}">
                <a16:creationId xmlns:a16="http://schemas.microsoft.com/office/drawing/2014/main" id="{C549A137-DB5E-9C40-8C0A-ED607212022C}"/>
              </a:ext>
            </a:extLst>
          </p:cNvPr>
          <p:cNvSpPr/>
          <p:nvPr/>
        </p:nvSpPr>
        <p:spPr>
          <a:xfrm>
            <a:off x="6993362" y="3645827"/>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a:xfrm>
            <a:off x="2992120" y="6332220"/>
            <a:ext cx="1313180" cy="247651"/>
          </a:xfrm>
          <a:prstGeom prst="rect">
            <a:avLst/>
          </a:prstGeom>
        </p:spPr>
        <p:txBody>
          <a:bodyPr rtlCol="0"/>
          <a:lstStyle/>
          <a:p>
            <a:pPr rtl="0"/>
            <a:fld id="{D33AD83D-9671-4762-AF03-9C719A9CD695}"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pic>
        <p:nvPicPr>
          <p:cNvPr id="7" name="Picture 6">
            <a:extLst>
              <a:ext uri="{FF2B5EF4-FFF2-40B4-BE49-F238E27FC236}">
                <a16:creationId xmlns:a16="http://schemas.microsoft.com/office/drawing/2014/main" id="{3455B5B7-51B9-71CB-E785-A3D3189C516F}"/>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5" name="Straight Connector 4">
            <a:extLst>
              <a:ext uri="{FF2B5EF4-FFF2-40B4-BE49-F238E27FC236}">
                <a16:creationId xmlns:a16="http://schemas.microsoft.com/office/drawing/2014/main" id="{6FAC83E1-33AC-4093-40FD-E1D8139507E0}"/>
              </a:ext>
            </a:extLst>
          </p:cNvPr>
          <p:cNvCxnSpPr>
            <a:cxnSpLocks/>
          </p:cNvCxnSpPr>
          <p:nvPr userDrawn="1"/>
        </p:nvCxnSpPr>
        <p:spPr>
          <a:xfrm flipH="1">
            <a:off x="345161" y="1777354"/>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5BCFD48-FB46-FA98-C1B2-7EC177ECB8A5}"/>
              </a:ext>
            </a:extLst>
          </p:cNvPr>
          <p:cNvCxnSpPr>
            <a:cxnSpLocks/>
          </p:cNvCxnSpPr>
          <p:nvPr userDrawn="1"/>
        </p:nvCxnSpPr>
        <p:spPr>
          <a:xfrm flipH="1">
            <a:off x="5479695" y="1777354"/>
            <a:ext cx="11102"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660447-7281-EF02-A7A9-1F3E153610C6}"/>
              </a:ext>
            </a:extLst>
          </p:cNvPr>
          <p:cNvCxnSpPr>
            <a:cxnSpLocks/>
          </p:cNvCxnSpPr>
          <p:nvPr userDrawn="1"/>
        </p:nvCxnSpPr>
        <p:spPr>
          <a:xfrm flipH="1">
            <a:off x="7078173" y="3776434"/>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43917CC-8B82-854E-E5E4-B0D31B0BFD9D}"/>
              </a:ext>
            </a:extLst>
          </p:cNvPr>
          <p:cNvCxnSpPr>
            <a:cxnSpLocks/>
          </p:cNvCxnSpPr>
          <p:nvPr userDrawn="1"/>
        </p:nvCxnSpPr>
        <p:spPr>
          <a:xfrm flipH="1">
            <a:off x="1943639" y="3767051"/>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1F8EA65-F49B-90AE-374A-C9B6585B04AE}"/>
              </a:ext>
            </a:extLst>
          </p:cNvPr>
          <p:cNvSpPr>
            <a:spLocks noGrp="1"/>
          </p:cNvSpPr>
          <p:nvPr>
            <p:ph type="title"/>
          </p:nvPr>
        </p:nvSpPr>
        <p:spPr>
          <a:xfrm>
            <a:off x="263525" y="862066"/>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12" name="Text Placeholder 29">
            <a:extLst>
              <a:ext uri="{FF2B5EF4-FFF2-40B4-BE49-F238E27FC236}">
                <a16:creationId xmlns:a16="http://schemas.microsoft.com/office/drawing/2014/main" id="{32B1A4A9-B838-95FE-497D-DAA864E8E7EB}"/>
              </a:ext>
            </a:extLst>
          </p:cNvPr>
          <p:cNvSpPr>
            <a:spLocks noGrp="1"/>
          </p:cNvSpPr>
          <p:nvPr>
            <p:ph type="body" sz="quarter" idx="12"/>
          </p:nvPr>
        </p:nvSpPr>
        <p:spPr>
          <a:xfrm>
            <a:off x="596157" y="2202335"/>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3" name="Text Placeholder 29">
            <a:extLst>
              <a:ext uri="{FF2B5EF4-FFF2-40B4-BE49-F238E27FC236}">
                <a16:creationId xmlns:a16="http://schemas.microsoft.com/office/drawing/2014/main" id="{23977E4F-8811-752E-55FA-84A884AFDDDD}"/>
              </a:ext>
            </a:extLst>
          </p:cNvPr>
          <p:cNvSpPr>
            <a:spLocks noGrp="1"/>
          </p:cNvSpPr>
          <p:nvPr>
            <p:ph type="body" sz="quarter" idx="11"/>
          </p:nvPr>
        </p:nvSpPr>
        <p:spPr>
          <a:xfrm>
            <a:off x="596157" y="1836165"/>
            <a:ext cx="4033574"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4" name="Text Placeholder 29">
            <a:extLst>
              <a:ext uri="{FF2B5EF4-FFF2-40B4-BE49-F238E27FC236}">
                <a16:creationId xmlns:a16="http://schemas.microsoft.com/office/drawing/2014/main" id="{A04136FF-81C1-D0DC-E8B7-3012AA8EAA7E}"/>
              </a:ext>
            </a:extLst>
          </p:cNvPr>
          <p:cNvSpPr>
            <a:spLocks noGrp="1"/>
          </p:cNvSpPr>
          <p:nvPr>
            <p:ph type="body" sz="quarter" idx="30"/>
          </p:nvPr>
        </p:nvSpPr>
        <p:spPr>
          <a:xfrm>
            <a:off x="2230350" y="4355337"/>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5" name="Text Placeholder 29">
            <a:extLst>
              <a:ext uri="{FF2B5EF4-FFF2-40B4-BE49-F238E27FC236}">
                <a16:creationId xmlns:a16="http://schemas.microsoft.com/office/drawing/2014/main" id="{4BD3D9F1-73DB-A8E8-FA4D-53C942177F4A}"/>
              </a:ext>
            </a:extLst>
          </p:cNvPr>
          <p:cNvSpPr>
            <a:spLocks noGrp="1"/>
          </p:cNvSpPr>
          <p:nvPr>
            <p:ph type="body" sz="quarter" idx="31"/>
          </p:nvPr>
        </p:nvSpPr>
        <p:spPr>
          <a:xfrm>
            <a:off x="2230350" y="3996044"/>
            <a:ext cx="4033574" cy="205837"/>
          </a:xfrm>
          <a:ln>
            <a:noFill/>
          </a:ln>
        </p:spPr>
        <p:txBody>
          <a:bodyPr vert="horz" lIns="0" tIns="0" rIns="0" bIns="0" rtlCol="0">
            <a:noAutofit/>
          </a:bodyPr>
          <a:lstStyle>
            <a:lvl1pPr marL="0" indent="0">
              <a:spcBef>
                <a:spcPts val="400"/>
              </a:spcBef>
              <a:buNone/>
              <a:defRPr lang="en-US" sz="1800" spc="0" baseline="0" dirty="0">
                <a:solidFill>
                  <a:schemeClr val="bg1"/>
                </a:solidFill>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Master text styles</a:t>
            </a:r>
          </a:p>
        </p:txBody>
      </p:sp>
      <p:sp>
        <p:nvSpPr>
          <p:cNvPr id="16" name="Text Placeholder 29">
            <a:extLst>
              <a:ext uri="{FF2B5EF4-FFF2-40B4-BE49-F238E27FC236}">
                <a16:creationId xmlns:a16="http://schemas.microsoft.com/office/drawing/2014/main" id="{91C75FE1-0924-FD7F-C396-54AA13004482}"/>
              </a:ext>
            </a:extLst>
          </p:cNvPr>
          <p:cNvSpPr>
            <a:spLocks noGrp="1"/>
          </p:cNvSpPr>
          <p:nvPr>
            <p:ph type="body" sz="quarter" idx="32"/>
          </p:nvPr>
        </p:nvSpPr>
        <p:spPr>
          <a:xfrm>
            <a:off x="7334262" y="4355337"/>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7" name="Text Placeholder 29">
            <a:extLst>
              <a:ext uri="{FF2B5EF4-FFF2-40B4-BE49-F238E27FC236}">
                <a16:creationId xmlns:a16="http://schemas.microsoft.com/office/drawing/2014/main" id="{215E38D8-B3DA-5C62-1614-D34B420F6691}"/>
              </a:ext>
            </a:extLst>
          </p:cNvPr>
          <p:cNvSpPr>
            <a:spLocks noGrp="1"/>
          </p:cNvSpPr>
          <p:nvPr>
            <p:ph type="body" sz="quarter" idx="33"/>
          </p:nvPr>
        </p:nvSpPr>
        <p:spPr>
          <a:xfrm>
            <a:off x="7334262" y="3996044"/>
            <a:ext cx="4033574" cy="205837"/>
          </a:xfrm>
          <a:ln>
            <a:noFill/>
          </a:ln>
        </p:spPr>
        <p:txBody>
          <a:bodyPr vert="horz" lIns="0" tIns="0" rIns="0" bIns="0" rtlCol="0">
            <a:noAutofit/>
          </a:bodyPr>
          <a:lstStyle>
            <a:lvl1pPr marL="0" indent="0">
              <a:spcBef>
                <a:spcPts val="400"/>
              </a:spcBef>
              <a:buNone/>
              <a:defRPr lang="en-US" sz="1800" spc="0" baseline="0" dirty="0">
                <a:solidFill>
                  <a:schemeClr val="bg1"/>
                </a:solidFill>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Master text styles</a:t>
            </a:r>
          </a:p>
        </p:txBody>
      </p:sp>
      <p:sp>
        <p:nvSpPr>
          <p:cNvPr id="18" name="Text Placeholder 29">
            <a:extLst>
              <a:ext uri="{FF2B5EF4-FFF2-40B4-BE49-F238E27FC236}">
                <a16:creationId xmlns:a16="http://schemas.microsoft.com/office/drawing/2014/main" id="{2382CC7E-9635-5AE4-D5E3-09F0BCC906C2}"/>
              </a:ext>
            </a:extLst>
          </p:cNvPr>
          <p:cNvSpPr>
            <a:spLocks noGrp="1"/>
          </p:cNvSpPr>
          <p:nvPr>
            <p:ph type="body" sz="quarter" idx="34"/>
          </p:nvPr>
        </p:nvSpPr>
        <p:spPr>
          <a:xfrm>
            <a:off x="5737345" y="2202335"/>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9" name="Text Placeholder 29">
            <a:extLst>
              <a:ext uri="{FF2B5EF4-FFF2-40B4-BE49-F238E27FC236}">
                <a16:creationId xmlns:a16="http://schemas.microsoft.com/office/drawing/2014/main" id="{52C59FB1-1AC9-C1C1-E0B1-1DBCB7BE0E53}"/>
              </a:ext>
            </a:extLst>
          </p:cNvPr>
          <p:cNvSpPr>
            <a:spLocks noGrp="1"/>
          </p:cNvSpPr>
          <p:nvPr>
            <p:ph type="body" sz="quarter" idx="35"/>
          </p:nvPr>
        </p:nvSpPr>
        <p:spPr>
          <a:xfrm>
            <a:off x="5737345" y="1836165"/>
            <a:ext cx="4033574"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20" name="Straight Connector 19">
            <a:extLst>
              <a:ext uri="{FF2B5EF4-FFF2-40B4-BE49-F238E27FC236}">
                <a16:creationId xmlns:a16="http://schemas.microsoft.com/office/drawing/2014/main" id="{45BAF9C8-FED0-F94F-19BE-3875C1DD7883}"/>
              </a:ext>
            </a:extLst>
          </p:cNvPr>
          <p:cNvCxnSpPr>
            <a:cxnSpLocks/>
          </p:cNvCxnSpPr>
          <p:nvPr userDrawn="1"/>
        </p:nvCxnSpPr>
        <p:spPr>
          <a:xfrm>
            <a:off x="266891" y="3722595"/>
            <a:ext cx="11100945" cy="0"/>
          </a:xfrm>
          <a:prstGeom prst="line">
            <a:avLst/>
          </a:prstGeom>
          <a:ln w="1651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6BC28524-61C7-E6E0-F982-F2B911B0B276}"/>
              </a:ext>
            </a:extLst>
          </p:cNvPr>
          <p:cNvSpPr/>
          <p:nvPr userDrawn="1"/>
        </p:nvSpPr>
        <p:spPr>
          <a:xfrm>
            <a:off x="263525" y="3637056"/>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3" name="Rectangle 22">
            <a:extLst>
              <a:ext uri="{FF2B5EF4-FFF2-40B4-BE49-F238E27FC236}">
                <a16:creationId xmlns:a16="http://schemas.microsoft.com/office/drawing/2014/main" id="{53F86987-D189-2BE8-8763-0E5970910732}"/>
              </a:ext>
            </a:extLst>
          </p:cNvPr>
          <p:cNvSpPr/>
          <p:nvPr userDrawn="1"/>
        </p:nvSpPr>
        <p:spPr>
          <a:xfrm>
            <a:off x="1882736" y="3645827"/>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5" name="Rectangle 24">
            <a:extLst>
              <a:ext uri="{FF2B5EF4-FFF2-40B4-BE49-F238E27FC236}">
                <a16:creationId xmlns:a16="http://schemas.microsoft.com/office/drawing/2014/main" id="{5FDB24D1-4F9E-13D2-DB9C-A97A7A73C7F2}"/>
              </a:ext>
            </a:extLst>
          </p:cNvPr>
          <p:cNvSpPr/>
          <p:nvPr userDrawn="1"/>
        </p:nvSpPr>
        <p:spPr>
          <a:xfrm>
            <a:off x="5398059" y="3637056"/>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1" name="Rectangle 30">
            <a:extLst>
              <a:ext uri="{FF2B5EF4-FFF2-40B4-BE49-F238E27FC236}">
                <a16:creationId xmlns:a16="http://schemas.microsoft.com/office/drawing/2014/main" id="{7F5A9987-BFFB-FD73-0DA4-4131C9DED3F0}"/>
              </a:ext>
            </a:extLst>
          </p:cNvPr>
          <p:cNvSpPr/>
          <p:nvPr userDrawn="1"/>
        </p:nvSpPr>
        <p:spPr>
          <a:xfrm>
            <a:off x="6993362" y="3645827"/>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2" name="Date Placeholder 1">
            <a:extLst>
              <a:ext uri="{FF2B5EF4-FFF2-40B4-BE49-F238E27FC236}">
                <a16:creationId xmlns:a16="http://schemas.microsoft.com/office/drawing/2014/main" id="{E5455696-5339-43D8-C88E-003354522C90}"/>
              </a:ext>
            </a:extLst>
          </p:cNvPr>
          <p:cNvSpPr>
            <a:spLocks noGrp="1"/>
          </p:cNvSpPr>
          <p:nvPr>
            <p:ph type="dt" sz="half" idx="36"/>
          </p:nvPr>
        </p:nvSpPr>
        <p:spPr>
          <a:xfrm>
            <a:off x="2992120" y="6332220"/>
            <a:ext cx="1313180" cy="247651"/>
          </a:xfrm>
          <a:prstGeom prst="rect">
            <a:avLst/>
          </a:prstGeom>
        </p:spPr>
        <p:txBody>
          <a:bodyPr rtlCol="0"/>
          <a:lstStyle/>
          <a:p>
            <a:pPr rtl="0"/>
            <a:fld id="{D33AD83D-9671-4762-AF03-9C719A9CD695}" type="datetime3">
              <a:rPr lang="en-GB" noProof="0" smtClean="0">
                <a:latin typeface="+mn-lt"/>
              </a:rPr>
              <a:t>19 April, 2026</a:t>
            </a:fld>
            <a:endParaRPr lang="en-GB" noProof="0">
              <a:latin typeface="+mn-lt"/>
            </a:endParaRPr>
          </a:p>
        </p:txBody>
      </p:sp>
      <p:sp>
        <p:nvSpPr>
          <p:cNvPr id="33" name="Footer Placeholder 2">
            <a:extLst>
              <a:ext uri="{FF2B5EF4-FFF2-40B4-BE49-F238E27FC236}">
                <a16:creationId xmlns:a16="http://schemas.microsoft.com/office/drawing/2014/main" id="{D0DA2BCD-DD25-8598-1B5E-FF4006102948}"/>
              </a:ext>
            </a:extLst>
          </p:cNvPr>
          <p:cNvSpPr>
            <a:spLocks noGrp="1"/>
          </p:cNvSpPr>
          <p:nvPr>
            <p:ph type="ftr" sz="quarter" idx="37"/>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34" name="Slide Number Placeholder 3">
            <a:extLst>
              <a:ext uri="{FF2B5EF4-FFF2-40B4-BE49-F238E27FC236}">
                <a16:creationId xmlns:a16="http://schemas.microsoft.com/office/drawing/2014/main" id="{D5306569-DEF9-67C3-27AA-8BC3BD0E9AA0}"/>
              </a:ext>
            </a:extLst>
          </p:cNvPr>
          <p:cNvSpPr>
            <a:spLocks noGrp="1"/>
          </p:cNvSpPr>
          <p:nvPr>
            <p:ph type="sldNum" sz="quarter" idx="38"/>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pic>
        <p:nvPicPr>
          <p:cNvPr id="35" name="Picture 34">
            <a:extLst>
              <a:ext uri="{FF2B5EF4-FFF2-40B4-BE49-F238E27FC236}">
                <a16:creationId xmlns:a16="http://schemas.microsoft.com/office/drawing/2014/main" id="{C20B3529-A60D-BC7B-7D72-16FCA618E2A3}"/>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3476511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0">
          <p15:clr>
            <a:srgbClr val="FBAE40"/>
          </p15:clr>
        </p15:guide>
        <p15:guide id="10" orient="horz" pos="1512">
          <p15:clr>
            <a:srgbClr val="FBAE40"/>
          </p15:clr>
        </p15:guide>
        <p15:guide id="11" orient="horz" pos="2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 Col">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279854" y="876300"/>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294811" y="2296992"/>
            <a:ext cx="4827178" cy="404216"/>
          </a:xfrm>
          <a:prstGeom prst="rect">
            <a:avLst/>
          </a:prstGeom>
        </p:spPr>
        <p:txBody>
          <a:bodyPr lIns="0" tIns="0" rIns="0" bIns="0" rtlCol="0" anchor="t" anchorCtr="0">
            <a:normAutofit/>
          </a:bodyPr>
          <a:lstStyle>
            <a:lvl1pPr marL="0" indent="0">
              <a:buNone/>
              <a:defRPr sz="1800" b="0" i="0"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5534489" cy="404216"/>
          </a:xfrm>
          <a:prstGeom prst="rect">
            <a:avLst/>
          </a:prstGeom>
        </p:spPr>
        <p:txBody>
          <a:bodyPr lIns="0" tIns="0" rIns="0" bIns="0" rtlCol="0" anchor="t" anchorCtr="0">
            <a:normAutofit/>
          </a:bodyPr>
          <a:lstStyle>
            <a:lvl1pPr marL="0" indent="0">
              <a:buNone/>
              <a:defRPr sz="1800" b="0" i="0"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294811" y="2795154"/>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5534489"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p:nvCxnSpPr>
        <p:spPr>
          <a:xfrm>
            <a:off x="63627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a:xfrm>
            <a:off x="2992120" y="6332220"/>
            <a:ext cx="1313180" cy="247651"/>
          </a:xfrm>
          <a:prstGeom prst="rect">
            <a:avLst/>
          </a:prstGeom>
        </p:spPr>
        <p:txBody>
          <a:bodyPr rtlCol="0"/>
          <a:lstStyle/>
          <a:p>
            <a:pPr rtl="0"/>
            <a:fld id="{F88F5F63-8808-4375-85CE-D0FAFA3BBE65}"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79544167-5866-98C5-DC16-116C8E9952B0}"/>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6" name="Straight Connector 5">
            <a:extLst>
              <a:ext uri="{FF2B5EF4-FFF2-40B4-BE49-F238E27FC236}">
                <a16:creationId xmlns:a16="http://schemas.microsoft.com/office/drawing/2014/main" id="{B4A617F7-1FBD-B3E2-7CBA-4728FE0FF181}"/>
              </a:ext>
            </a:extLst>
          </p:cNvPr>
          <p:cNvCxnSpPr>
            <a:cxnSpLocks/>
          </p:cNvCxnSpPr>
          <p:nvPr userDrawn="1"/>
        </p:nvCxnSpPr>
        <p:spPr>
          <a:xfrm>
            <a:off x="63627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7F7F1BED-D36C-780E-3767-48B0FF959680}"/>
              </a:ext>
            </a:extLst>
          </p:cNvPr>
          <p:cNvPicPr>
            <a:picLocks noChangeAspect="1"/>
          </p:cNvPicPr>
          <p:nvPr userDrawn="1"/>
        </p:nvPicPr>
        <p:blipFill>
          <a:blip r:embed="rId2"/>
          <a:stretch>
            <a:fillRect/>
          </a:stretch>
        </p:blipFill>
        <p:spPr>
          <a:xfrm>
            <a:off x="10950152" y="88984"/>
            <a:ext cx="1092662" cy="714952"/>
          </a:xfrm>
          <a:prstGeom prst="rect">
            <a:avLst/>
          </a:prstGeom>
        </p:spPr>
      </p:pic>
      <p:cxnSp>
        <p:nvCxnSpPr>
          <p:cNvPr id="11" name="Straight Connector 10">
            <a:extLst>
              <a:ext uri="{FF2B5EF4-FFF2-40B4-BE49-F238E27FC236}">
                <a16:creationId xmlns:a16="http://schemas.microsoft.com/office/drawing/2014/main" id="{FA4230F9-AD5B-3333-0750-40DC57320B80}"/>
              </a:ext>
            </a:extLst>
          </p:cNvPr>
          <p:cNvCxnSpPr>
            <a:cxnSpLocks/>
          </p:cNvCxnSpPr>
          <p:nvPr userDrawn="1"/>
        </p:nvCxnSpPr>
        <p:spPr>
          <a:xfrm>
            <a:off x="263525" y="1946463"/>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570928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col">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p:nvCxnSpPr>
        <p:spPr>
          <a:xfrm>
            <a:off x="4569372"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p:nvCxnSpPr>
        <p:spPr>
          <a:xfrm>
            <a:off x="8187017"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a:xfrm>
            <a:off x="2992120" y="6332220"/>
            <a:ext cx="1313180" cy="247651"/>
          </a:xfrm>
          <a:prstGeom prst="rect">
            <a:avLst/>
          </a:prstGeom>
        </p:spPr>
        <p:txBody>
          <a:bodyPr rtlCol="0"/>
          <a:lstStyle/>
          <a:p>
            <a:pPr rtl="0"/>
            <a:fld id="{6D17C7AE-DC41-4D6E-8CE7-A0296D62536F}"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3870029F-B734-B0C4-F6B7-8D39645FA395}"/>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5" name="Straight Connector 4">
            <a:extLst>
              <a:ext uri="{FF2B5EF4-FFF2-40B4-BE49-F238E27FC236}">
                <a16:creationId xmlns:a16="http://schemas.microsoft.com/office/drawing/2014/main" id="{972228CC-CCB7-74A6-B6DC-E2E7D185FE9E}"/>
              </a:ext>
            </a:extLst>
          </p:cNvPr>
          <p:cNvCxnSpPr>
            <a:cxnSpLocks/>
          </p:cNvCxnSpPr>
          <p:nvPr userDrawn="1"/>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FF3D918E-AA04-058B-A2A6-30BB5443D41B}"/>
              </a:ext>
            </a:extLst>
          </p:cNvPr>
          <p:cNvCxnSpPr>
            <a:cxnSpLocks/>
          </p:cNvCxnSpPr>
          <p:nvPr userDrawn="1"/>
        </p:nvCxnSpPr>
        <p:spPr>
          <a:xfrm>
            <a:off x="4569372"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411115E7-45F3-7B49-30EB-2F9A87B8D145}"/>
              </a:ext>
            </a:extLst>
          </p:cNvPr>
          <p:cNvCxnSpPr>
            <a:cxnSpLocks/>
          </p:cNvCxnSpPr>
          <p:nvPr userDrawn="1"/>
        </p:nvCxnSpPr>
        <p:spPr>
          <a:xfrm>
            <a:off x="8187017"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52D18BD8-5C20-9E49-BC67-B7C0AF3F2682}"/>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602092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3 col">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p:nvCxnSpPr>
        <p:spPr>
          <a:xfrm>
            <a:off x="952500"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1"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1" y="2799146"/>
            <a:ext cx="2252254"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3591198"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3591197" y="2799146"/>
            <a:ext cx="2262750"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6246329"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6246329" y="2799146"/>
            <a:ext cx="2252254"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p:nvCxnSpPr>
        <p:spPr>
          <a:xfrm>
            <a:off x="3591197"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p:nvCxnSpPr>
        <p:spPr>
          <a:xfrm>
            <a:off x="6246328"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a:xfrm>
            <a:off x="2992120" y="6332220"/>
            <a:ext cx="1313180" cy="247651"/>
          </a:xfrm>
          <a:prstGeom prst="rect">
            <a:avLst/>
          </a:prstGeom>
        </p:spPr>
        <p:txBody>
          <a:bodyPr rtlCol="0"/>
          <a:lstStyle/>
          <a:p>
            <a:pPr rtl="0"/>
            <a:fld id="{6D17C7AE-DC41-4D6E-8CE7-A0296D62536F}"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sp>
        <p:nvSpPr>
          <p:cNvPr id="8" name="Text Placeholder 2">
            <a:extLst>
              <a:ext uri="{FF2B5EF4-FFF2-40B4-BE49-F238E27FC236}">
                <a16:creationId xmlns:a16="http://schemas.microsoft.com/office/drawing/2014/main" id="{2403E782-2C94-7600-3243-FF70CDF7C71D}"/>
              </a:ext>
            </a:extLst>
          </p:cNvPr>
          <p:cNvSpPr>
            <a:spLocks noGrp="1"/>
          </p:cNvSpPr>
          <p:nvPr>
            <p:ph type="body" idx="17"/>
          </p:nvPr>
        </p:nvSpPr>
        <p:spPr>
          <a:xfrm>
            <a:off x="8901460"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9" name="Content Placeholder 3">
            <a:extLst>
              <a:ext uri="{FF2B5EF4-FFF2-40B4-BE49-F238E27FC236}">
                <a16:creationId xmlns:a16="http://schemas.microsoft.com/office/drawing/2014/main" id="{336E1E24-4FFE-AC4B-8433-6081AB169393}"/>
              </a:ext>
            </a:extLst>
          </p:cNvPr>
          <p:cNvSpPr>
            <a:spLocks noGrp="1"/>
          </p:cNvSpPr>
          <p:nvPr>
            <p:ph sz="half" idx="18"/>
          </p:nvPr>
        </p:nvSpPr>
        <p:spPr>
          <a:xfrm>
            <a:off x="8901460" y="2799146"/>
            <a:ext cx="2252254"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10" name="Straight Connector 9">
            <a:extLst>
              <a:ext uri="{FF2B5EF4-FFF2-40B4-BE49-F238E27FC236}">
                <a16:creationId xmlns:a16="http://schemas.microsoft.com/office/drawing/2014/main" id="{E58C22E3-D960-9715-D357-944B76C62691}"/>
              </a:ext>
            </a:extLst>
          </p:cNvPr>
          <p:cNvCxnSpPr>
            <a:cxnSpLocks/>
          </p:cNvCxnSpPr>
          <p:nvPr/>
        </p:nvCxnSpPr>
        <p:spPr>
          <a:xfrm>
            <a:off x="8901459"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A72AB0FD-D650-667F-D17A-C5BBC143C1D4}"/>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5" name="Straight Connector 4">
            <a:extLst>
              <a:ext uri="{FF2B5EF4-FFF2-40B4-BE49-F238E27FC236}">
                <a16:creationId xmlns:a16="http://schemas.microsoft.com/office/drawing/2014/main" id="{3555565D-38CF-BD83-0DC5-2E068991CDF2}"/>
              </a:ext>
            </a:extLst>
          </p:cNvPr>
          <p:cNvCxnSpPr>
            <a:cxnSpLocks/>
          </p:cNvCxnSpPr>
          <p:nvPr userDrawn="1"/>
        </p:nvCxnSpPr>
        <p:spPr>
          <a:xfrm>
            <a:off x="952500"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FF3DF5EB-6AC6-0526-BC05-83B5F4060627}"/>
              </a:ext>
            </a:extLst>
          </p:cNvPr>
          <p:cNvCxnSpPr>
            <a:cxnSpLocks/>
          </p:cNvCxnSpPr>
          <p:nvPr userDrawn="1"/>
        </p:nvCxnSpPr>
        <p:spPr>
          <a:xfrm>
            <a:off x="3591197"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EC4F5B60-05C7-5430-C930-BB279C8E95E4}"/>
              </a:ext>
            </a:extLst>
          </p:cNvPr>
          <p:cNvCxnSpPr>
            <a:cxnSpLocks/>
          </p:cNvCxnSpPr>
          <p:nvPr userDrawn="1"/>
        </p:nvCxnSpPr>
        <p:spPr>
          <a:xfrm>
            <a:off x="6246328"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DACF018A-0373-24AA-7331-345F023CD854}"/>
              </a:ext>
            </a:extLst>
          </p:cNvPr>
          <p:cNvCxnSpPr>
            <a:cxnSpLocks/>
          </p:cNvCxnSpPr>
          <p:nvPr userDrawn="1"/>
        </p:nvCxnSpPr>
        <p:spPr>
          <a:xfrm>
            <a:off x="8901459"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65774647-9B7B-FCC3-E557-198E0941FB9D}"/>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29688240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GB" noProof="0"/>
              <a:t>Click to edit Master text styles</a:t>
            </a:r>
          </a:p>
        </p:txBody>
      </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a:xfrm>
            <a:off x="2992120" y="6332220"/>
            <a:ext cx="1313180" cy="247651"/>
          </a:xfrm>
          <a:prstGeom prst="rect">
            <a:avLst/>
          </a:prstGeom>
        </p:spPr>
        <p:txBody>
          <a:bodyPr rtlCol="0"/>
          <a:lstStyle/>
          <a:p>
            <a:pPr rtl="0"/>
            <a:fld id="{0971D3F5-C297-4F98-9679-48877DEF0EC7}" type="datetime3">
              <a:rPr lang="en-GB" noProof="0" smtClean="0">
                <a:latin typeface="+mn-lt"/>
              </a:rPr>
              <a:t>19 April, 2026</a:t>
            </a:fld>
            <a:endParaRPr lang="en-GB" noProof="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9" name="Picture 8">
            <a:extLst>
              <a:ext uri="{FF2B5EF4-FFF2-40B4-BE49-F238E27FC236}">
                <a16:creationId xmlns:a16="http://schemas.microsoft.com/office/drawing/2014/main" id="{D3842EDE-CF98-BF39-7668-907A2CB6D0BA}"/>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7" name="Straight Connector 6">
            <a:extLst>
              <a:ext uri="{FF2B5EF4-FFF2-40B4-BE49-F238E27FC236}">
                <a16:creationId xmlns:a16="http://schemas.microsoft.com/office/drawing/2014/main" id="{34C779C7-0AD3-0DAF-D066-5424E5650552}"/>
              </a:ext>
            </a:extLst>
          </p:cNvPr>
          <p:cNvCxnSpPr>
            <a:cxnSpLocks/>
          </p:cNvCxnSpPr>
          <p:nvPr userDrawn="1"/>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E55ECFFD-F2EC-454E-A869-0F2355F55F20}"/>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33048547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p:nvCxnSpPr>
        <p:spPr>
          <a:xfrm>
            <a:off x="6896100" y="3233703"/>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GB" noProof="0"/>
              <a:t>Click icon to add picture</a:t>
            </a:r>
          </a:p>
        </p:txBody>
      </p:sp>
      <p:pic>
        <p:nvPicPr>
          <p:cNvPr id="3" name="Picture 2">
            <a:extLst>
              <a:ext uri="{FF2B5EF4-FFF2-40B4-BE49-F238E27FC236}">
                <a16:creationId xmlns:a16="http://schemas.microsoft.com/office/drawing/2014/main" id="{1869FBF8-8E4F-B74A-8DBE-1B74536438E4}"/>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2" name="Straight Connector 1">
            <a:extLst>
              <a:ext uri="{FF2B5EF4-FFF2-40B4-BE49-F238E27FC236}">
                <a16:creationId xmlns:a16="http://schemas.microsoft.com/office/drawing/2014/main" id="{29330C41-1778-634D-CEBA-2AB578B35FF8}"/>
              </a:ext>
            </a:extLst>
          </p:cNvPr>
          <p:cNvCxnSpPr>
            <a:cxnSpLocks/>
          </p:cNvCxnSpPr>
          <p:nvPr userDrawn="1"/>
        </p:nvCxnSpPr>
        <p:spPr>
          <a:xfrm>
            <a:off x="6896100" y="3233703"/>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D83FF67A-2144-92C4-AA73-B788048E4701}"/>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4192425525"/>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hank you">
    <p:bg>
      <p:bgPr>
        <a:solidFill>
          <a:schemeClr val="tx1"/>
        </a:solidFill>
        <a:effectLst/>
      </p:bgPr>
    </p:bg>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4190549" y="2361016"/>
            <a:ext cx="7365725"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4190549" y="1039355"/>
            <a:ext cx="7365725"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p:nvCxnSpPr>
        <p:spPr>
          <a:xfrm>
            <a:off x="4179026" y="2003621"/>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3753394" cy="6858000"/>
          </a:xfrm>
        </p:spPr>
        <p:txBody>
          <a:bodyPr rtlCol="0"/>
          <a:lstStyle/>
          <a:p>
            <a:pPr rtl="0"/>
            <a:r>
              <a:rPr lang="en-GB" noProof="0"/>
              <a:t>Click icon to add picture</a:t>
            </a:r>
          </a:p>
        </p:txBody>
      </p:sp>
      <p:pic>
        <p:nvPicPr>
          <p:cNvPr id="3" name="Picture 2">
            <a:extLst>
              <a:ext uri="{FF2B5EF4-FFF2-40B4-BE49-F238E27FC236}">
                <a16:creationId xmlns:a16="http://schemas.microsoft.com/office/drawing/2014/main" id="{609F89D4-DC76-2BEB-C499-E6A0EE66DBC6}"/>
              </a:ext>
            </a:extLst>
          </p:cNvPr>
          <p:cNvPicPr>
            <a:picLocks noChangeAspect="1"/>
          </p:cNvPicPr>
          <p:nvPr/>
        </p:nvPicPr>
        <p:blipFill>
          <a:blip r:embed="rId2"/>
          <a:stretch>
            <a:fillRect/>
          </a:stretch>
        </p:blipFill>
        <p:spPr>
          <a:xfrm>
            <a:off x="10950152" y="88984"/>
            <a:ext cx="1092662" cy="714952"/>
          </a:xfrm>
          <a:prstGeom prst="rect">
            <a:avLst/>
          </a:prstGeom>
        </p:spPr>
      </p:pic>
      <p:cxnSp>
        <p:nvCxnSpPr>
          <p:cNvPr id="2" name="Straight Connector 1">
            <a:extLst>
              <a:ext uri="{FF2B5EF4-FFF2-40B4-BE49-F238E27FC236}">
                <a16:creationId xmlns:a16="http://schemas.microsoft.com/office/drawing/2014/main" id="{207A214F-44DD-B03B-A77F-65D7E32FF397}"/>
              </a:ext>
            </a:extLst>
          </p:cNvPr>
          <p:cNvCxnSpPr>
            <a:cxnSpLocks/>
          </p:cNvCxnSpPr>
          <p:nvPr userDrawn="1"/>
        </p:nvCxnSpPr>
        <p:spPr>
          <a:xfrm>
            <a:off x="4179026" y="2003621"/>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2B0DA617-19E2-78BC-AEBB-9773CA777095}"/>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719876282"/>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DC6A7-48E5-6B45-9A23-3CF682DFE4EC}"/>
              </a:ext>
            </a:extLst>
          </p:cNvPr>
          <p:cNvSpPr>
            <a:spLocks noGrp="1"/>
          </p:cNvSpPr>
          <p:nvPr>
            <p:ph type="title"/>
          </p:nvPr>
        </p:nvSpPr>
        <p:spPr>
          <a:xfrm>
            <a:off x="831852" y="1709742"/>
            <a:ext cx="10515600" cy="2852737"/>
          </a:xfrm>
          <a:prstGeom prst="rect">
            <a:avLst/>
          </a:prstGeo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DD87717-F8DF-9E2D-FB9B-B8CAD74B99CB}"/>
              </a:ext>
            </a:extLst>
          </p:cNvPr>
          <p:cNvSpPr>
            <a:spLocks noGrp="1"/>
          </p:cNvSpPr>
          <p:nvPr>
            <p:ph type="body" idx="1"/>
          </p:nvPr>
        </p:nvSpPr>
        <p:spPr>
          <a:xfrm>
            <a:off x="831852" y="4589467"/>
            <a:ext cx="10515600" cy="1500187"/>
          </a:xfrm>
          <a:prstGeom prst="rect">
            <a:avLst/>
          </a:prstGeo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5D4C40-E36A-6702-03F4-C60AFA60FE5F}"/>
              </a:ext>
            </a:extLst>
          </p:cNvPr>
          <p:cNvSpPr>
            <a:spLocks noGrp="1"/>
          </p:cNvSpPr>
          <p:nvPr>
            <p:ph type="dt" sz="half" idx="10"/>
          </p:nvPr>
        </p:nvSpPr>
        <p:spPr>
          <a:xfrm>
            <a:off x="838201" y="6356354"/>
            <a:ext cx="2743200" cy="365125"/>
          </a:xfrm>
          <a:prstGeom prst="rect">
            <a:avLst/>
          </a:prstGeom>
        </p:spPr>
        <p:txBody>
          <a:bodyPr/>
          <a:lstStyle/>
          <a:p>
            <a:fld id="{4F47A847-39B4-44DE-9171-36FCC6F63FDB}" type="datetime1">
              <a:rPr lang="en-GB" smtClean="0"/>
              <a:t>19/04/2026</a:t>
            </a:fld>
            <a:endParaRPr lang="en-GB"/>
          </a:p>
        </p:txBody>
      </p:sp>
      <p:sp>
        <p:nvSpPr>
          <p:cNvPr id="5" name="Footer Placeholder 4">
            <a:extLst>
              <a:ext uri="{FF2B5EF4-FFF2-40B4-BE49-F238E27FC236}">
                <a16:creationId xmlns:a16="http://schemas.microsoft.com/office/drawing/2014/main" id="{5D2FE47B-5ABF-AD6B-15BE-7639C956512A}"/>
              </a:ext>
            </a:extLst>
          </p:cNvPr>
          <p:cNvSpPr>
            <a:spLocks noGrp="1"/>
          </p:cNvSpPr>
          <p:nvPr>
            <p:ph type="ftr" sz="quarter" idx="11"/>
          </p:nvPr>
        </p:nvSpPr>
        <p:spPr/>
        <p:txBody>
          <a:bodyPr/>
          <a:lstStyle/>
          <a:p>
            <a:r>
              <a:rPr lang="en-GB"/>
              <a:t>Source</a:t>
            </a:r>
          </a:p>
        </p:txBody>
      </p:sp>
      <p:sp>
        <p:nvSpPr>
          <p:cNvPr id="6" name="Slide Number Placeholder 5">
            <a:extLst>
              <a:ext uri="{FF2B5EF4-FFF2-40B4-BE49-F238E27FC236}">
                <a16:creationId xmlns:a16="http://schemas.microsoft.com/office/drawing/2014/main" id="{5FB0F77D-B28D-7498-15F5-927D40CC2A9B}"/>
              </a:ext>
            </a:extLst>
          </p:cNvPr>
          <p:cNvSpPr>
            <a:spLocks noGrp="1"/>
          </p:cNvSpPr>
          <p:nvPr>
            <p:ph type="sldNum" sz="quarter" idx="12"/>
          </p:nvPr>
        </p:nvSpPr>
        <p:spPr/>
        <p:txBody>
          <a:bodyPr/>
          <a:lstStyle/>
          <a:p>
            <a:fld id="{37810B06-E25B-4B27-AAC2-833B7DE29022}" type="slidenum">
              <a:rPr lang="en-GB" smtClean="0"/>
              <a:t>‹#›</a:t>
            </a:fld>
            <a:endParaRPr lang="en-GB"/>
          </a:p>
        </p:txBody>
      </p:sp>
    </p:spTree>
    <p:extLst>
      <p:ext uri="{BB962C8B-B14F-4D97-AF65-F5344CB8AC3E}">
        <p14:creationId xmlns:p14="http://schemas.microsoft.com/office/powerpoint/2010/main" val="4471823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B27A62-C92B-AE07-0FC7-8CF4BA52E72E}"/>
              </a:ext>
            </a:extLst>
          </p:cNvPr>
          <p:cNvSpPr>
            <a:spLocks noGrp="1"/>
          </p:cNvSpPr>
          <p:nvPr>
            <p:ph type="ftr" sz="quarter" idx="11"/>
          </p:nvPr>
        </p:nvSpPr>
        <p:spPr/>
        <p:txBody>
          <a:bodyPr/>
          <a:lstStyle/>
          <a:p>
            <a:r>
              <a:rPr lang="en-GB"/>
              <a:t>Source</a:t>
            </a:r>
          </a:p>
        </p:txBody>
      </p:sp>
      <p:sp>
        <p:nvSpPr>
          <p:cNvPr id="4" name="Slide Number Placeholder 3">
            <a:extLst>
              <a:ext uri="{FF2B5EF4-FFF2-40B4-BE49-F238E27FC236}">
                <a16:creationId xmlns:a16="http://schemas.microsoft.com/office/drawing/2014/main" id="{1A005A33-BD75-A252-A31D-43E8BA22CA7A}"/>
              </a:ext>
            </a:extLst>
          </p:cNvPr>
          <p:cNvSpPr>
            <a:spLocks noGrp="1"/>
          </p:cNvSpPr>
          <p:nvPr>
            <p:ph type="sldNum" sz="quarter" idx="12"/>
          </p:nvPr>
        </p:nvSpPr>
        <p:spPr/>
        <p:txBody>
          <a:bodyPr/>
          <a:lstStyle/>
          <a:p>
            <a:fld id="{37810B06-E25B-4B27-AAC2-833B7DE29022}" type="slidenum">
              <a:rPr lang="en-GB" smtClean="0"/>
              <a:t>‹#›</a:t>
            </a:fld>
            <a:endParaRPr lang="en-GB"/>
          </a:p>
        </p:txBody>
      </p:sp>
    </p:spTree>
    <p:extLst>
      <p:ext uri="{BB962C8B-B14F-4D97-AF65-F5344CB8AC3E}">
        <p14:creationId xmlns:p14="http://schemas.microsoft.com/office/powerpoint/2010/main" val="28963629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E6D0B52-FCEF-5B6E-20E8-273EE0DB7F31}"/>
              </a:ext>
            </a:extLst>
          </p:cNvPr>
          <p:cNvGraphicFramePr>
            <a:graphicFrameLocks noChangeAspect="1"/>
          </p:cNvGraphicFramePr>
          <p:nvPr>
            <p:custDataLst>
              <p:tags r:id="rId1"/>
            </p:custDataLst>
            <p:extLst>
              <p:ext uri="{D42A27DB-BD31-4B8C-83A1-F6EECF244321}">
                <p14:modId xmlns:p14="http://schemas.microsoft.com/office/powerpoint/2010/main" val="747149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9" name="think-cell data - do not delete" hidden="1">
                        <a:extLst>
                          <a:ext uri="{FF2B5EF4-FFF2-40B4-BE49-F238E27FC236}">
                            <a16:creationId xmlns:a16="http://schemas.microsoft.com/office/drawing/2014/main" id="{5E6D0B52-FCEF-5B6E-20E8-273EE0DB7F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3CC702B-DD00-F924-19CF-17E32D24848D}"/>
              </a:ext>
            </a:extLst>
          </p:cNvPr>
          <p:cNvSpPr>
            <a:spLocks noGrp="1"/>
          </p:cNvSpPr>
          <p:nvPr>
            <p:ph type="ctrTitle"/>
          </p:nvPr>
        </p:nvSpPr>
        <p:spPr>
          <a:xfrm>
            <a:off x="723013" y="4596122"/>
            <a:ext cx="9144000" cy="1098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lvl1pPr>
              <a:defRPr lang="en-GB" sz="3672" spc="103">
                <a:solidFill>
                  <a:srgbClr val="606161"/>
                </a:solidFill>
                <a:latin typeface="Franklin Gothic Medium" panose="020B0603020102020204"/>
              </a:defRPr>
            </a:lvl1pPr>
          </a:lstStyle>
          <a:p>
            <a:pPr marL="0" lvl="0" defTabSz="932665">
              <a:spcAft>
                <a:spcPts val="600"/>
              </a:spcAft>
            </a:pPr>
            <a:r>
              <a:rPr lang="en-GB"/>
              <a:t>Click to edit Master title style</a:t>
            </a:r>
          </a:p>
        </p:txBody>
      </p:sp>
      <p:sp>
        <p:nvSpPr>
          <p:cNvPr id="15" name="Subtitle 2">
            <a:extLst>
              <a:ext uri="{FF2B5EF4-FFF2-40B4-BE49-F238E27FC236}">
                <a16:creationId xmlns:a16="http://schemas.microsoft.com/office/drawing/2014/main" id="{2D6FD6C2-626C-D0E2-1A4C-BB9D14DB74D0}"/>
              </a:ext>
            </a:extLst>
          </p:cNvPr>
          <p:cNvSpPr txBox="1">
            <a:spLocks/>
          </p:cNvSpPr>
          <p:nvPr/>
        </p:nvSpPr>
        <p:spPr>
          <a:xfrm>
            <a:off x="723013" y="5257800"/>
            <a:ext cx="9144000" cy="436712"/>
          </a:xfrm>
          <a:prstGeom prst="rect">
            <a:avLst/>
          </a:prstGeom>
          <a:noFill/>
          <a:ln w="1905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normAutofit fontScale="92500"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GB" sz="2856" b="1" kern="1200" dirty="0">
                <a:solidFill>
                  <a:srgbClr val="9599A1"/>
                </a:solidFill>
                <a:latin typeface="Franklin Gothic Book" panose="020B0503020102020204" pitchFamily="34" charset="0"/>
                <a:ea typeface="+mn-ea"/>
                <a:cs typeface="Arial" pitchFamily="34" charset="0"/>
              </a:defRPr>
            </a:lvl1pPr>
            <a:lvl2pPr marL="447675" indent="-177800" algn="l" defTabSz="914377" rtl="0" eaLnBrk="1" latinLnBrk="0" hangingPunct="1">
              <a:lnSpc>
                <a:spcPct val="90000"/>
              </a:lnSpc>
              <a:spcBef>
                <a:spcPts val="500"/>
              </a:spcBef>
              <a:buFont typeface="Arial" panose="020B0604020202020204" pitchFamily="34" charset="0"/>
              <a:buChar char="•"/>
              <a:defRPr sz="1600" kern="1200">
                <a:solidFill>
                  <a:schemeClr val="lt1"/>
                </a:solidFill>
                <a:latin typeface="+mn-lt"/>
                <a:ea typeface="+mn-ea"/>
                <a:cs typeface="+mn-cs"/>
              </a:defRPr>
            </a:lvl2pPr>
            <a:lvl3pPr marL="806450" indent="-177800" algn="l" defTabSz="914377"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defTabSz="932665">
              <a:spcAft>
                <a:spcPts val="600"/>
              </a:spcAft>
            </a:pPr>
            <a:r>
              <a:rPr lang="en-GB"/>
              <a:t>Click to edit Master subtitle style</a:t>
            </a:r>
          </a:p>
        </p:txBody>
      </p:sp>
      <p:grpSp>
        <p:nvGrpSpPr>
          <p:cNvPr id="16" name="Group 15">
            <a:extLst>
              <a:ext uri="{FF2B5EF4-FFF2-40B4-BE49-F238E27FC236}">
                <a16:creationId xmlns:a16="http://schemas.microsoft.com/office/drawing/2014/main" id="{189BA036-3A1B-C415-86B1-2FDC705DC7F8}"/>
              </a:ext>
            </a:extLst>
          </p:cNvPr>
          <p:cNvGrpSpPr/>
          <p:nvPr/>
        </p:nvGrpSpPr>
        <p:grpSpPr>
          <a:xfrm>
            <a:off x="0" y="-61369"/>
            <a:ext cx="12192000" cy="4257464"/>
            <a:chOff x="0" y="-61369"/>
            <a:chExt cx="12192000" cy="4257464"/>
          </a:xfrm>
        </p:grpSpPr>
        <p:sp>
          <p:nvSpPr>
            <p:cNvPr id="17" name="Rectangle 16">
              <a:extLst>
                <a:ext uri="{FF2B5EF4-FFF2-40B4-BE49-F238E27FC236}">
                  <a16:creationId xmlns:a16="http://schemas.microsoft.com/office/drawing/2014/main" id="{DF6418C8-F386-2761-205F-63F79B54BE79}"/>
                </a:ext>
              </a:extLst>
            </p:cNvPr>
            <p:cNvSpPr/>
            <p:nvPr/>
          </p:nvSpPr>
          <p:spPr>
            <a:xfrm>
              <a:off x="0" y="-61369"/>
              <a:ext cx="12192000" cy="4257464"/>
            </a:xfrm>
            <a:prstGeom prst="rect">
              <a:avLst/>
            </a:prstGeom>
            <a:solidFill>
              <a:srgbClr val="6061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200">
                <a:solidFill>
                  <a:srgbClr val="FFFFFF"/>
                </a:solidFill>
                <a:latin typeface="Verdana"/>
              </a:endParaRPr>
            </a:p>
          </p:txBody>
        </p:sp>
        <p:pic>
          <p:nvPicPr>
            <p:cNvPr id="18" name="Picture 17" descr="A screenshot of a computer&#10;&#10;Description automatically generated">
              <a:extLst>
                <a:ext uri="{FF2B5EF4-FFF2-40B4-BE49-F238E27FC236}">
                  <a16:creationId xmlns:a16="http://schemas.microsoft.com/office/drawing/2014/main" id="{3BD819B8-B325-446A-3FCE-CED15E05A11C}"/>
                </a:ext>
              </a:extLst>
            </p:cNvPr>
            <p:cNvPicPr>
              <a:picLocks noChangeAspect="1"/>
            </p:cNvPicPr>
            <p:nvPr/>
          </p:nvPicPr>
          <p:blipFill rotWithShape="1">
            <a:blip r:embed="rId6">
              <a:extLst>
                <a:ext uri="{28A0092B-C50C-407E-A947-70E740481C1C}">
                  <a14:useLocalDpi xmlns:a14="http://schemas.microsoft.com/office/drawing/2010/main" val="0"/>
                </a:ext>
              </a:extLst>
            </a:blip>
            <a:srcRect l="41451" t="35869" r="28854" b="29296"/>
            <a:stretch/>
          </p:blipFill>
          <p:spPr>
            <a:xfrm>
              <a:off x="3858295" y="267411"/>
              <a:ext cx="4475409" cy="3281378"/>
            </a:xfrm>
            <a:prstGeom prst="rect">
              <a:avLst/>
            </a:prstGeom>
          </p:spPr>
        </p:pic>
      </p:grpSp>
      <p:graphicFrame>
        <p:nvGraphicFramePr>
          <p:cNvPr id="3" name="think-cell data - do not delete" hidden="1">
            <a:extLst>
              <a:ext uri="{FF2B5EF4-FFF2-40B4-BE49-F238E27FC236}">
                <a16:creationId xmlns:a16="http://schemas.microsoft.com/office/drawing/2014/main" id="{94D30EE1-3BCA-975A-8A71-5B06CB7096A6}"/>
              </a:ext>
            </a:extLst>
          </p:cNvPr>
          <p:cNvGraphicFramePr>
            <a:graphicFrameLocks noChangeAspect="1"/>
          </p:cNvGraphicFramePr>
          <p:nvPr userDrawn="1">
            <p:custDataLst>
              <p:tags r:id="rId2"/>
            </p:custDataLst>
            <p:extLst>
              <p:ext uri="{D42A27DB-BD31-4B8C-83A1-F6EECF244321}">
                <p14:modId xmlns:p14="http://schemas.microsoft.com/office/powerpoint/2010/main" val="747149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3" name="think-cell data - do not delete" hidden="1">
                        <a:extLst>
                          <a:ext uri="{FF2B5EF4-FFF2-40B4-BE49-F238E27FC236}">
                            <a16:creationId xmlns:a16="http://schemas.microsoft.com/office/drawing/2014/main" id="{94D30EE1-3BCA-975A-8A71-5B06CB7096A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ubtitle 2">
            <a:extLst>
              <a:ext uri="{FF2B5EF4-FFF2-40B4-BE49-F238E27FC236}">
                <a16:creationId xmlns:a16="http://schemas.microsoft.com/office/drawing/2014/main" id="{73C3A526-DFDA-F654-DA27-AF1D03FEED25}"/>
              </a:ext>
            </a:extLst>
          </p:cNvPr>
          <p:cNvSpPr txBox="1">
            <a:spLocks/>
          </p:cNvSpPr>
          <p:nvPr userDrawn="1"/>
        </p:nvSpPr>
        <p:spPr>
          <a:xfrm>
            <a:off x="723013" y="5257800"/>
            <a:ext cx="9144000" cy="436712"/>
          </a:xfrm>
          <a:prstGeom prst="rect">
            <a:avLst/>
          </a:prstGeom>
          <a:noFill/>
          <a:ln w="1905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normAutofit fontScale="92500"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GB" sz="2856" b="1" kern="1200" dirty="0">
                <a:solidFill>
                  <a:srgbClr val="9599A1"/>
                </a:solidFill>
                <a:latin typeface="Franklin Gothic Book" panose="020B0503020102020204" pitchFamily="34" charset="0"/>
                <a:ea typeface="+mn-ea"/>
                <a:cs typeface="Arial" pitchFamily="34" charset="0"/>
              </a:defRPr>
            </a:lvl1pPr>
            <a:lvl2pPr marL="447675" indent="-177800" algn="l" defTabSz="914377" rtl="0" eaLnBrk="1" latinLnBrk="0" hangingPunct="1">
              <a:lnSpc>
                <a:spcPct val="90000"/>
              </a:lnSpc>
              <a:spcBef>
                <a:spcPts val="500"/>
              </a:spcBef>
              <a:buFont typeface="Arial" panose="020B0604020202020204" pitchFamily="34" charset="0"/>
              <a:buChar char="•"/>
              <a:defRPr sz="1600" kern="1200">
                <a:solidFill>
                  <a:schemeClr val="lt1"/>
                </a:solidFill>
                <a:latin typeface="+mn-lt"/>
                <a:ea typeface="+mn-ea"/>
                <a:cs typeface="+mn-cs"/>
              </a:defRPr>
            </a:lvl2pPr>
            <a:lvl3pPr marL="806450" indent="-177800" algn="l" defTabSz="914377"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defTabSz="932665">
              <a:spcAft>
                <a:spcPts val="600"/>
              </a:spcAft>
            </a:pPr>
            <a:r>
              <a:rPr lang="en-GB"/>
              <a:t>Click to edit Master subtitle style</a:t>
            </a:r>
          </a:p>
        </p:txBody>
      </p:sp>
      <p:grpSp>
        <p:nvGrpSpPr>
          <p:cNvPr id="5" name="Group 4">
            <a:extLst>
              <a:ext uri="{FF2B5EF4-FFF2-40B4-BE49-F238E27FC236}">
                <a16:creationId xmlns:a16="http://schemas.microsoft.com/office/drawing/2014/main" id="{F5265CBC-EBEE-219B-E3A7-C76B8D8836D1}"/>
              </a:ext>
            </a:extLst>
          </p:cNvPr>
          <p:cNvGrpSpPr/>
          <p:nvPr userDrawn="1"/>
        </p:nvGrpSpPr>
        <p:grpSpPr>
          <a:xfrm>
            <a:off x="0" y="-61369"/>
            <a:ext cx="12192000" cy="4257464"/>
            <a:chOff x="0" y="-61369"/>
            <a:chExt cx="12192000" cy="4257464"/>
          </a:xfrm>
        </p:grpSpPr>
        <p:sp>
          <p:nvSpPr>
            <p:cNvPr id="6" name="Rectangle 5">
              <a:extLst>
                <a:ext uri="{FF2B5EF4-FFF2-40B4-BE49-F238E27FC236}">
                  <a16:creationId xmlns:a16="http://schemas.microsoft.com/office/drawing/2014/main" id="{FE401430-456F-3D3D-3D2B-00A2E1036B8C}"/>
                </a:ext>
              </a:extLst>
            </p:cNvPr>
            <p:cNvSpPr/>
            <p:nvPr/>
          </p:nvSpPr>
          <p:spPr>
            <a:xfrm>
              <a:off x="0" y="-61369"/>
              <a:ext cx="12192000" cy="4257464"/>
            </a:xfrm>
            <a:prstGeom prst="rect">
              <a:avLst/>
            </a:prstGeom>
            <a:solidFill>
              <a:srgbClr val="6061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200">
                <a:solidFill>
                  <a:srgbClr val="FFFFFF"/>
                </a:solidFill>
                <a:latin typeface="Verdana"/>
              </a:endParaRPr>
            </a:p>
          </p:txBody>
        </p:sp>
        <p:pic>
          <p:nvPicPr>
            <p:cNvPr id="7" name="Picture 6" descr="A screenshot of a computer&#10;&#10;Description automatically generated">
              <a:extLst>
                <a:ext uri="{FF2B5EF4-FFF2-40B4-BE49-F238E27FC236}">
                  <a16:creationId xmlns:a16="http://schemas.microsoft.com/office/drawing/2014/main" id="{FE63F898-0286-D4A8-BE6F-A059155BC54E}"/>
                </a:ext>
              </a:extLst>
            </p:cNvPr>
            <p:cNvPicPr>
              <a:picLocks noChangeAspect="1"/>
            </p:cNvPicPr>
            <p:nvPr/>
          </p:nvPicPr>
          <p:blipFill rotWithShape="1">
            <a:blip r:embed="rId6">
              <a:extLst>
                <a:ext uri="{28A0092B-C50C-407E-A947-70E740481C1C}">
                  <a14:useLocalDpi xmlns:a14="http://schemas.microsoft.com/office/drawing/2010/main" val="0"/>
                </a:ext>
              </a:extLst>
            </a:blip>
            <a:srcRect l="41451" t="35869" r="28854" b="38189"/>
            <a:stretch/>
          </p:blipFill>
          <p:spPr>
            <a:xfrm>
              <a:off x="3822669" y="530538"/>
              <a:ext cx="4475409" cy="2443705"/>
            </a:xfrm>
            <a:prstGeom prst="rect">
              <a:avLst/>
            </a:prstGeom>
          </p:spPr>
        </p:pic>
      </p:grpSp>
    </p:spTree>
    <p:extLst>
      <p:ext uri="{BB962C8B-B14F-4D97-AF65-F5344CB8AC3E}">
        <p14:creationId xmlns:p14="http://schemas.microsoft.com/office/powerpoint/2010/main" val="33261279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105F817-C729-060F-6550-134AC1B20694}"/>
              </a:ext>
            </a:extLst>
          </p:cNvPr>
          <p:cNvGraphicFramePr>
            <a:graphicFrameLocks noChangeAspect="1"/>
          </p:cNvGraphicFramePr>
          <p:nvPr>
            <p:custDataLst>
              <p:tags r:id="rId1"/>
            </p:custDataLst>
            <p:extLst>
              <p:ext uri="{D42A27DB-BD31-4B8C-83A1-F6EECF244321}">
                <p14:modId xmlns:p14="http://schemas.microsoft.com/office/powerpoint/2010/main" val="28997851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9" name="think-cell data - do not delete" hidden="1">
                        <a:extLst>
                          <a:ext uri="{FF2B5EF4-FFF2-40B4-BE49-F238E27FC236}">
                            <a16:creationId xmlns:a16="http://schemas.microsoft.com/office/drawing/2014/main" id="{3105F817-C729-060F-6550-134AC1B2069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F9730372-17CD-0D3A-6F9F-7B096D5CB788}"/>
              </a:ext>
            </a:extLst>
          </p:cNvPr>
          <p:cNvSpPr>
            <a:spLocks noGrp="1"/>
          </p:cNvSpPr>
          <p:nvPr>
            <p:ph type="ftr" sz="quarter" idx="11"/>
          </p:nvPr>
        </p:nvSpPr>
        <p:spPr>
          <a:xfrm>
            <a:off x="1258157" y="6356354"/>
            <a:ext cx="7352444" cy="365125"/>
          </a:xfrm>
          <a:prstGeom prst="rect">
            <a:avLst/>
          </a:prstGeom>
        </p:spPr>
        <p:txBody>
          <a:bodyPr/>
          <a:lstStyle/>
          <a:p>
            <a:r>
              <a:rPr lang="en-GB"/>
              <a:t>Source</a:t>
            </a:r>
          </a:p>
        </p:txBody>
      </p:sp>
      <p:sp>
        <p:nvSpPr>
          <p:cNvPr id="6" name="Slide Number Placeholder 5">
            <a:extLst>
              <a:ext uri="{FF2B5EF4-FFF2-40B4-BE49-F238E27FC236}">
                <a16:creationId xmlns:a16="http://schemas.microsoft.com/office/drawing/2014/main" id="{3D0FCABD-B50C-293C-F9AD-F30B6DE14BFC}"/>
              </a:ext>
            </a:extLst>
          </p:cNvPr>
          <p:cNvSpPr>
            <a:spLocks noGrp="1"/>
          </p:cNvSpPr>
          <p:nvPr>
            <p:ph type="sldNum" sz="quarter" idx="12"/>
          </p:nvPr>
        </p:nvSpPr>
        <p:spPr>
          <a:xfrm>
            <a:off x="8610601" y="6356354"/>
            <a:ext cx="2474437" cy="365125"/>
          </a:xfrm>
        </p:spPr>
        <p:txBody>
          <a:bodyPr/>
          <a:lstStyle/>
          <a:p>
            <a:fld id="{37810B06-E25B-4B27-AAC2-833B7DE29022}" type="slidenum">
              <a:rPr lang="en-GB" smtClean="0"/>
              <a:t>‹#›</a:t>
            </a:fld>
            <a:endParaRPr lang="en-GB"/>
          </a:p>
        </p:txBody>
      </p:sp>
      <p:sp>
        <p:nvSpPr>
          <p:cNvPr id="24" name="Title 1">
            <a:extLst>
              <a:ext uri="{FF2B5EF4-FFF2-40B4-BE49-F238E27FC236}">
                <a16:creationId xmlns:a16="http://schemas.microsoft.com/office/drawing/2014/main" id="{557B2EDE-43BD-ACF1-15D3-EF83A87F0233}"/>
              </a:ext>
            </a:extLst>
          </p:cNvPr>
          <p:cNvSpPr>
            <a:spLocks noGrp="1"/>
          </p:cNvSpPr>
          <p:nvPr>
            <p:ph type="title"/>
          </p:nvPr>
        </p:nvSpPr>
        <p:spPr>
          <a:xfrm>
            <a:off x="1258159" y="427410"/>
            <a:ext cx="9826879" cy="1132369"/>
          </a:xfrm>
          <a:prstGeom prst="rect">
            <a:avLst/>
          </a:prstGeom>
        </p:spPr>
        <p:txBody>
          <a:bodyPr vert="horz"/>
          <a:lstStyle/>
          <a:p>
            <a:r>
              <a:rPr lang="en-GB"/>
              <a:t>Click to edit Master title style</a:t>
            </a:r>
          </a:p>
        </p:txBody>
      </p:sp>
      <p:sp>
        <p:nvSpPr>
          <p:cNvPr id="26" name="Content Placeholder 2">
            <a:extLst>
              <a:ext uri="{FF2B5EF4-FFF2-40B4-BE49-F238E27FC236}">
                <a16:creationId xmlns:a16="http://schemas.microsoft.com/office/drawing/2014/main" id="{4CE43B3C-0CDA-B37E-B51E-BF511D8D0C2E}"/>
              </a:ext>
            </a:extLst>
          </p:cNvPr>
          <p:cNvSpPr>
            <a:spLocks noGrp="1"/>
          </p:cNvSpPr>
          <p:nvPr>
            <p:ph idx="1"/>
          </p:nvPr>
        </p:nvSpPr>
        <p:spPr>
          <a:xfrm>
            <a:off x="1258158" y="1740692"/>
            <a:ext cx="9826880" cy="4467605"/>
          </a:xfrm>
          <a:prstGeom prst="rect">
            <a:avLst/>
          </a:prstGeom>
        </p:spPr>
        <p:txBody>
          <a:bodyPr/>
          <a:lstStyle>
            <a:lvl1pPr>
              <a:defRPr b="0">
                <a:latin typeface="Franklin Gothic Book" panose="020B0503020102020204" pitchFamily="34" charset="0"/>
              </a:defRPr>
            </a:lvl1pPr>
            <a:lvl3pPr marL="914400" indent="-285750">
              <a:buSzPct val="70000"/>
              <a:buFont typeface="Courier New" panose="02070309020205020404" pitchFamily="49" charset="0"/>
              <a:buChar char="o"/>
              <a:defRPr/>
            </a:lvl3pPr>
            <a:lvl4pPr marL="1163638" indent="-176213">
              <a:buFont typeface="Wingdings" panose="05000000000000000000" pitchFamily="2" charset="2"/>
              <a:buChar char="§"/>
              <a:defRPr sz="1600">
                <a:latin typeface="Franklin Gothic Book" panose="020B0503020102020204" pitchFamily="34" charset="0"/>
              </a:defRPr>
            </a:lvl4pPr>
            <a:lvl5pPr marL="1522413" indent="-176213">
              <a:defRPr sz="1600">
                <a:latin typeface="Franklin Gothic Book" panose="020B05030201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graphicFrame>
        <p:nvGraphicFramePr>
          <p:cNvPr id="2" name="think-cell data - do not delete" hidden="1">
            <a:extLst>
              <a:ext uri="{FF2B5EF4-FFF2-40B4-BE49-F238E27FC236}">
                <a16:creationId xmlns:a16="http://schemas.microsoft.com/office/drawing/2014/main" id="{0715F2E9-D839-435F-9878-1DD521E7548F}"/>
              </a:ext>
            </a:extLst>
          </p:cNvPr>
          <p:cNvGraphicFramePr>
            <a:graphicFrameLocks noChangeAspect="1"/>
          </p:cNvGraphicFramePr>
          <p:nvPr userDrawn="1">
            <p:custDataLst>
              <p:tags r:id="rId2"/>
            </p:custDataLst>
            <p:extLst>
              <p:ext uri="{D42A27DB-BD31-4B8C-83A1-F6EECF244321}">
                <p14:modId xmlns:p14="http://schemas.microsoft.com/office/powerpoint/2010/main" val="28997851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2" name="think-cell data - do not delete" hidden="1">
                        <a:extLst>
                          <a:ext uri="{FF2B5EF4-FFF2-40B4-BE49-F238E27FC236}">
                            <a16:creationId xmlns:a16="http://schemas.microsoft.com/office/drawing/2014/main" id="{0715F2E9-D839-435F-9878-1DD521E7548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4054326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1F4B43E-319D-8D59-C5BE-6C60545345F6}"/>
              </a:ext>
            </a:extLst>
          </p:cNvPr>
          <p:cNvGraphicFramePr>
            <a:graphicFrameLocks noChangeAspect="1"/>
          </p:cNvGraphicFramePr>
          <p:nvPr>
            <p:custDataLst>
              <p:tags r:id="rId1"/>
            </p:custDataLst>
            <p:extLst>
              <p:ext uri="{D42A27DB-BD31-4B8C-83A1-F6EECF244321}">
                <p14:modId xmlns:p14="http://schemas.microsoft.com/office/powerpoint/2010/main" val="27626355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10" name="think-cell data - do not delete" hidden="1">
                        <a:extLst>
                          <a:ext uri="{FF2B5EF4-FFF2-40B4-BE49-F238E27FC236}">
                            <a16:creationId xmlns:a16="http://schemas.microsoft.com/office/drawing/2014/main" id="{E1F4B43E-319D-8D59-C5BE-6C60545345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AF182F57-1160-A3FD-BBE4-B2FF5F01E2CD}"/>
              </a:ext>
            </a:extLst>
          </p:cNvPr>
          <p:cNvSpPr>
            <a:spLocks noGrp="1"/>
          </p:cNvSpPr>
          <p:nvPr>
            <p:ph sz="half" idx="1"/>
          </p:nvPr>
        </p:nvSpPr>
        <p:spPr>
          <a:xfrm>
            <a:off x="1258157" y="1753430"/>
            <a:ext cx="4685442" cy="4454868"/>
          </a:xfrm>
          <a:prstGeom prst="rect">
            <a:avLst/>
          </a:prstGeom>
        </p:spPr>
        <p:txBody>
          <a:bodyPr/>
          <a:lstStyle>
            <a:lvl1pPr>
              <a:defRPr b="0">
                <a:latin typeface="Franklin Gothic Book" panose="020B0503020102020204" pitchFamily="34" charset="0"/>
              </a:defRPr>
            </a:lvl1pPr>
            <a:lvl3pPr marL="914400" indent="-285750">
              <a:buSzPct val="70000"/>
              <a:buFont typeface="Courier New" panose="02070309020205020404" pitchFamily="49" charset="0"/>
              <a:buChar char="o"/>
              <a:defRPr/>
            </a:lvl3pPr>
            <a:lvl4pPr marL="1163638" indent="-176213">
              <a:buFont typeface="Wingdings" panose="05000000000000000000" pitchFamily="2" charset="2"/>
              <a:buChar char="§"/>
              <a:defRPr sz="1600">
                <a:latin typeface="Franklin Gothic Book" panose="020B0503020102020204" pitchFamily="34" charset="0"/>
              </a:defRPr>
            </a:lvl4pPr>
            <a:lvl5pPr marL="1522413" indent="-176213">
              <a:defRPr sz="1600">
                <a:latin typeface="Franklin Gothic Book" panose="020B0503020102020204"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edit Master text styles</a:t>
            </a:r>
          </a:p>
          <a:p>
            <a:pPr marL="0" marR="0" lvl="1"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Second level</a:t>
            </a:r>
          </a:p>
          <a:p>
            <a:pPr marL="0" marR="0" lvl="2"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Third level</a:t>
            </a:r>
          </a:p>
          <a:p>
            <a:pPr marL="0" marR="0" lvl="3"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Fourth level</a:t>
            </a:r>
          </a:p>
          <a:p>
            <a:pPr marL="0" marR="0" lvl="4"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Fifth level</a:t>
            </a:r>
            <a:endParaRPr kumimoji="0" lang="en-GB" sz="1600" b="1" i="0" u="none" strike="noStrike" kern="1200" cap="none" spc="0" normalizeH="0" baseline="0" noProof="0">
              <a:ln>
                <a:noFill/>
              </a:ln>
              <a:solidFill>
                <a:srgbClr val="606161"/>
              </a:solidFill>
              <a:effectLst/>
              <a:uLnTx/>
              <a:uFillTx/>
              <a:latin typeface="Franklin Gothic Medium" panose="020B0603020102020204" pitchFamily="34" charset="0"/>
              <a:ea typeface="+mn-ea"/>
              <a:cs typeface="+mn-cs"/>
            </a:endParaRPr>
          </a:p>
        </p:txBody>
      </p:sp>
      <p:sp>
        <p:nvSpPr>
          <p:cNvPr id="6" name="Footer Placeholder 5">
            <a:extLst>
              <a:ext uri="{FF2B5EF4-FFF2-40B4-BE49-F238E27FC236}">
                <a16:creationId xmlns:a16="http://schemas.microsoft.com/office/drawing/2014/main" id="{8D14E374-0832-1067-8485-0546DDD6F0CE}"/>
              </a:ext>
            </a:extLst>
          </p:cNvPr>
          <p:cNvSpPr>
            <a:spLocks noGrp="1"/>
          </p:cNvSpPr>
          <p:nvPr>
            <p:ph type="ftr" sz="quarter" idx="11"/>
          </p:nvPr>
        </p:nvSpPr>
        <p:spPr>
          <a:xfrm>
            <a:off x="838199" y="6356354"/>
            <a:ext cx="7315202" cy="365125"/>
          </a:xfrm>
          <a:prstGeom prst="rect">
            <a:avLst/>
          </a:prstGeom>
        </p:spPr>
        <p:txBody>
          <a:bodyPr/>
          <a:lstStyle/>
          <a:p>
            <a:r>
              <a:rPr lang="en-GB"/>
              <a:t>Source</a:t>
            </a:r>
          </a:p>
        </p:txBody>
      </p:sp>
      <p:sp>
        <p:nvSpPr>
          <p:cNvPr id="7" name="Slide Number Placeholder 6">
            <a:extLst>
              <a:ext uri="{FF2B5EF4-FFF2-40B4-BE49-F238E27FC236}">
                <a16:creationId xmlns:a16="http://schemas.microsoft.com/office/drawing/2014/main" id="{F5E2A686-A663-2D66-9687-EC21D685CBE4}"/>
              </a:ext>
            </a:extLst>
          </p:cNvPr>
          <p:cNvSpPr>
            <a:spLocks noGrp="1"/>
          </p:cNvSpPr>
          <p:nvPr>
            <p:ph type="sldNum" sz="quarter" idx="12"/>
          </p:nvPr>
        </p:nvSpPr>
        <p:spPr/>
        <p:txBody>
          <a:bodyPr/>
          <a:lstStyle/>
          <a:p>
            <a:fld id="{37810B06-E25B-4B27-AAC2-833B7DE29022}" type="slidenum">
              <a:rPr lang="en-GB" smtClean="0"/>
              <a:t>‹#›</a:t>
            </a:fld>
            <a:endParaRPr lang="en-GB"/>
          </a:p>
        </p:txBody>
      </p:sp>
      <p:sp>
        <p:nvSpPr>
          <p:cNvPr id="8" name="Title 1">
            <a:extLst>
              <a:ext uri="{FF2B5EF4-FFF2-40B4-BE49-F238E27FC236}">
                <a16:creationId xmlns:a16="http://schemas.microsoft.com/office/drawing/2014/main" id="{D4FD5CDF-8778-1502-46D1-E7C66E589D23}"/>
              </a:ext>
            </a:extLst>
          </p:cNvPr>
          <p:cNvSpPr>
            <a:spLocks noGrp="1"/>
          </p:cNvSpPr>
          <p:nvPr>
            <p:ph type="title"/>
          </p:nvPr>
        </p:nvSpPr>
        <p:spPr>
          <a:xfrm>
            <a:off x="1258159" y="427410"/>
            <a:ext cx="9826879" cy="1132369"/>
          </a:xfrm>
          <a:prstGeom prst="rect">
            <a:avLst/>
          </a:prstGeom>
        </p:spPr>
        <p:txBody>
          <a:bodyPr vert="horz"/>
          <a:lstStyle/>
          <a:p>
            <a:r>
              <a:rPr lang="en-GB"/>
              <a:t>Click to edit Master title style</a:t>
            </a:r>
          </a:p>
        </p:txBody>
      </p:sp>
      <p:sp>
        <p:nvSpPr>
          <p:cNvPr id="12" name="Content Placeholder 2">
            <a:extLst>
              <a:ext uri="{FF2B5EF4-FFF2-40B4-BE49-F238E27FC236}">
                <a16:creationId xmlns:a16="http://schemas.microsoft.com/office/drawing/2014/main" id="{3BC5B98B-E7B2-2078-6050-A7AAC8B897DB}"/>
              </a:ext>
            </a:extLst>
          </p:cNvPr>
          <p:cNvSpPr>
            <a:spLocks noGrp="1"/>
          </p:cNvSpPr>
          <p:nvPr>
            <p:ph sz="half" idx="13"/>
          </p:nvPr>
        </p:nvSpPr>
        <p:spPr>
          <a:xfrm>
            <a:off x="6399594" y="1739169"/>
            <a:ext cx="4685442" cy="4467605"/>
          </a:xfrm>
          <a:prstGeom prst="rect">
            <a:avLst/>
          </a:prstGeom>
        </p:spPr>
        <p:txBody>
          <a:bodyPr/>
          <a:lstStyle>
            <a:lvl1pPr>
              <a:defRPr>
                <a:latin typeface="Franklin Gothic Book" panose="020B0503020102020204" pitchFamily="34" charset="0"/>
              </a:defRPr>
            </a:lvl1pPr>
            <a:lvl3pPr marL="914400" indent="-285750">
              <a:buSzPct val="70000"/>
              <a:buFont typeface="Courier New" panose="02070309020205020404" pitchFamily="49" charset="0"/>
              <a:buChar char="o"/>
              <a:defRPr/>
            </a:lvl3pPr>
            <a:lvl4pPr marL="1163638" indent="-176213">
              <a:buFont typeface="Wingdings" panose="05000000000000000000" pitchFamily="2" charset="2"/>
              <a:buChar char="§"/>
              <a:defRPr sz="1600">
                <a:latin typeface="Franklin Gothic Book" panose="020B0503020102020204" pitchFamily="34" charset="0"/>
              </a:defRPr>
            </a:lvl4pPr>
            <a:lvl5pPr marL="1522413" indent="-176213">
              <a:defRPr sz="1600">
                <a:latin typeface="Franklin Gothic Book" panose="020B0503020102020204"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edit Master text styles</a:t>
            </a:r>
          </a:p>
          <a:p>
            <a:pPr marL="0" marR="0" lvl="1"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Second level</a:t>
            </a:r>
          </a:p>
          <a:p>
            <a:pPr marL="0" marR="0" lvl="2"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Third level</a:t>
            </a:r>
          </a:p>
          <a:p>
            <a:pPr marL="0" marR="0" lvl="3"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Fourth level</a:t>
            </a:r>
          </a:p>
          <a:p>
            <a:pPr marL="0" marR="0" lvl="4"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Fifth level</a:t>
            </a:r>
            <a:endParaRPr kumimoji="0" lang="en-GB" sz="1600" b="1" i="0" u="none" strike="noStrike" kern="1200" cap="none" spc="0" normalizeH="0" baseline="0" noProof="0">
              <a:ln>
                <a:noFill/>
              </a:ln>
              <a:solidFill>
                <a:srgbClr val="606161"/>
              </a:solidFill>
              <a:effectLst/>
              <a:uLnTx/>
              <a:uFillTx/>
              <a:latin typeface="Franklin Gothic Medium" panose="020B0603020102020204" pitchFamily="34" charset="0"/>
              <a:ea typeface="+mn-ea"/>
              <a:cs typeface="+mn-cs"/>
            </a:endParaRPr>
          </a:p>
        </p:txBody>
      </p:sp>
      <p:graphicFrame>
        <p:nvGraphicFramePr>
          <p:cNvPr id="2" name="think-cell data - do not delete" hidden="1">
            <a:extLst>
              <a:ext uri="{FF2B5EF4-FFF2-40B4-BE49-F238E27FC236}">
                <a16:creationId xmlns:a16="http://schemas.microsoft.com/office/drawing/2014/main" id="{180ACF45-E098-B55F-22B5-77AE60104563}"/>
              </a:ext>
            </a:extLst>
          </p:cNvPr>
          <p:cNvGraphicFramePr>
            <a:graphicFrameLocks noChangeAspect="1"/>
          </p:cNvGraphicFramePr>
          <p:nvPr userDrawn="1">
            <p:custDataLst>
              <p:tags r:id="rId2"/>
            </p:custDataLst>
            <p:extLst>
              <p:ext uri="{D42A27DB-BD31-4B8C-83A1-F6EECF244321}">
                <p14:modId xmlns:p14="http://schemas.microsoft.com/office/powerpoint/2010/main" val="27626355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2" name="think-cell data - do not delete" hidden="1">
                        <a:extLst>
                          <a:ext uri="{FF2B5EF4-FFF2-40B4-BE49-F238E27FC236}">
                            <a16:creationId xmlns:a16="http://schemas.microsoft.com/office/drawing/2014/main" id="{180ACF45-E098-B55F-22B5-77AE601045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34315007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2_Introduction">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GB" noProof="0"/>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pic>
        <p:nvPicPr>
          <p:cNvPr id="7" name="Picture 6">
            <a:extLst>
              <a:ext uri="{FF2B5EF4-FFF2-40B4-BE49-F238E27FC236}">
                <a16:creationId xmlns:a16="http://schemas.microsoft.com/office/drawing/2014/main" id="{606243D1-EDFE-BAB8-356A-F62E8572734E}"/>
              </a:ext>
            </a:extLst>
          </p:cNvPr>
          <p:cNvPicPr>
            <a:picLocks noChangeAspect="1"/>
          </p:cNvPicPr>
          <p:nvPr userDrawn="1"/>
        </p:nvPicPr>
        <p:blipFill>
          <a:blip r:embed="rId2"/>
          <a:stretch>
            <a:fillRect/>
          </a:stretch>
        </p:blipFill>
        <p:spPr>
          <a:xfrm>
            <a:off x="10950152" y="95121"/>
            <a:ext cx="1092662" cy="714952"/>
          </a:xfrm>
          <a:prstGeom prst="rect">
            <a:avLst/>
          </a:prstGeom>
        </p:spPr>
      </p:pic>
      <p:pic>
        <p:nvPicPr>
          <p:cNvPr id="2" name="Picture 1">
            <a:extLst>
              <a:ext uri="{FF2B5EF4-FFF2-40B4-BE49-F238E27FC236}">
                <a16:creationId xmlns:a16="http://schemas.microsoft.com/office/drawing/2014/main" id="{63470CC5-F495-9778-5F77-9F104F0F0628}"/>
              </a:ext>
            </a:extLst>
          </p:cNvPr>
          <p:cNvPicPr>
            <a:picLocks noChangeAspect="1"/>
          </p:cNvPicPr>
          <p:nvPr userDrawn="1"/>
        </p:nvPicPr>
        <p:blipFill>
          <a:blip r:embed="rId2"/>
          <a:srcRect b="24164"/>
          <a:stretch/>
        </p:blipFill>
        <p:spPr>
          <a:xfrm>
            <a:off x="10950152" y="95121"/>
            <a:ext cx="1092662" cy="542188"/>
          </a:xfrm>
          <a:prstGeom prst="rect">
            <a:avLst/>
          </a:prstGeom>
        </p:spPr>
      </p:pic>
    </p:spTree>
    <p:extLst>
      <p:ext uri="{BB962C8B-B14F-4D97-AF65-F5344CB8AC3E}">
        <p14:creationId xmlns:p14="http://schemas.microsoft.com/office/powerpoint/2010/main" val="409119640"/>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7_Title">
    <p:bg>
      <p:bgPr>
        <a:solidFill>
          <a:schemeClr val="bg1"/>
        </a:solidFill>
        <a:effectLst/>
      </p:bgPr>
    </p:bg>
    <p:spTree>
      <p:nvGrpSpPr>
        <p:cNvPr id="1" name=""/>
        <p:cNvGrpSpPr/>
        <p:nvPr/>
      </p:nvGrpSpPr>
      <p:grpSpPr>
        <a:xfrm>
          <a:off x="0" y="0"/>
          <a:ext cx="0" cy="0"/>
          <a:chOff x="0" y="0"/>
          <a:chExt cx="0" cy="0"/>
        </a:xfrm>
      </p:grpSpPr>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990907" y="5248800"/>
            <a:ext cx="5491570" cy="953337"/>
          </a:xfrm>
        </p:spPr>
        <p:txBody>
          <a:bodyPr lIns="0" tIns="0" rIns="0" bIns="0" rtlCol="0">
            <a:noAutofit/>
          </a:bodyPr>
          <a:lstStyle>
            <a:lvl1pPr marL="0" indent="0">
              <a:buNone/>
              <a:defRPr sz="1800" b="0" i="0">
                <a:solidFill>
                  <a:schemeClr val="tx1"/>
                </a:solidFill>
                <a:latin typeface="+mj-lt"/>
              </a:defRPr>
            </a:lvl1pPr>
            <a:lvl2pPr>
              <a:defRPr sz="4000"/>
            </a:lvl2pPr>
            <a:lvl3pPr>
              <a:defRPr sz="4000"/>
            </a:lvl3pPr>
            <a:lvl4pPr>
              <a:defRPr sz="4000"/>
            </a:lvl4pPr>
            <a:lvl5pPr>
              <a:defRPr sz="4000"/>
            </a:lvl5pPr>
          </a:lstStyle>
          <a:p>
            <a:pPr lvl="0" rtl="0"/>
            <a:r>
              <a:rPr lang="en-GB" noProof="0"/>
              <a:t>Slide pack for Client X</a:t>
            </a:r>
          </a:p>
          <a:p>
            <a:pPr lvl="0" rtl="0"/>
            <a:r>
              <a:rPr lang="en-GB" noProof="0"/>
              <a:t>December 2023</a:t>
            </a:r>
          </a:p>
        </p:txBody>
      </p:sp>
      <p:pic>
        <p:nvPicPr>
          <p:cNvPr id="3" name="Graphic 2">
            <a:extLst>
              <a:ext uri="{FF2B5EF4-FFF2-40B4-BE49-F238E27FC236}">
                <a16:creationId xmlns:a16="http://schemas.microsoft.com/office/drawing/2014/main" id="{BF1863F3-53A2-9172-A71D-5C335184D4D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00" y="1804987"/>
            <a:ext cx="6096000" cy="3248025"/>
          </a:xfrm>
          <a:prstGeom prst="rect">
            <a:avLst/>
          </a:prstGeom>
        </p:spPr>
      </p:pic>
    </p:spTree>
    <p:extLst>
      <p:ext uri="{BB962C8B-B14F-4D97-AF65-F5344CB8AC3E}">
        <p14:creationId xmlns:p14="http://schemas.microsoft.com/office/powerpoint/2010/main" val="5519830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p:bg>
      <p:bgPr>
        <a:solidFill>
          <a:schemeClr val="tx2"/>
        </a:solidFill>
        <a:effectLst/>
      </p:bgPr>
    </p:bg>
    <p:spTree>
      <p:nvGrpSpPr>
        <p:cNvPr id="1" name=""/>
        <p:cNvGrpSpPr/>
        <p:nvPr/>
      </p:nvGrpSpPr>
      <p:grpSpPr>
        <a:xfrm>
          <a:off x="0" y="0"/>
          <a:ext cx="0" cy="0"/>
          <a:chOff x="0" y="0"/>
          <a:chExt cx="0" cy="0"/>
        </a:xfrm>
      </p:grpSpPr>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990907" y="5248800"/>
            <a:ext cx="5491570" cy="953337"/>
          </a:xfrm>
        </p:spPr>
        <p:txBody>
          <a:bodyPr lIns="0" tIns="0" rIns="0" bIns="0" rtlCol="0">
            <a:noAutofit/>
          </a:bodyPr>
          <a:lstStyle>
            <a:lvl1pPr marL="0" indent="0">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Slide pack for client X</a:t>
            </a:r>
          </a:p>
          <a:p>
            <a:pPr lvl="0" rtl="0"/>
            <a:r>
              <a:rPr lang="en-GB" noProof="0"/>
              <a:t>December 2023</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1990907" y="4951358"/>
            <a:ext cx="2133600" cy="3992"/>
          </a:xfrm>
          <a:prstGeom prst="line">
            <a:avLst/>
          </a:prstGeom>
          <a:ln w="101600">
            <a:solidFill>
              <a:schemeClr val="bg1"/>
            </a:solidFill>
          </a:ln>
        </p:spPr>
        <p:style>
          <a:lnRef idx="1">
            <a:schemeClr val="dk1"/>
          </a:lnRef>
          <a:fillRef idx="0">
            <a:schemeClr val="dk1"/>
          </a:fillRef>
          <a:effectRef idx="0">
            <a:schemeClr val="dk1"/>
          </a:effectRef>
          <a:fontRef idx="minor">
            <a:schemeClr val="tx1"/>
          </a:fontRef>
        </p:style>
      </p:cxnSp>
      <p:pic>
        <p:nvPicPr>
          <p:cNvPr id="3" name="Graphic 2">
            <a:extLst>
              <a:ext uri="{FF2B5EF4-FFF2-40B4-BE49-F238E27FC236}">
                <a16:creationId xmlns:a16="http://schemas.microsoft.com/office/drawing/2014/main" id="{2520D4C5-56AD-0328-A851-80B4999830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00" y="1943100"/>
            <a:ext cx="6096000" cy="2971800"/>
          </a:xfrm>
          <a:prstGeom prst="rect">
            <a:avLst/>
          </a:prstGeom>
        </p:spPr>
      </p:pic>
    </p:spTree>
    <p:extLst>
      <p:ext uri="{BB962C8B-B14F-4D97-AF65-F5344CB8AC3E}">
        <p14:creationId xmlns:p14="http://schemas.microsoft.com/office/powerpoint/2010/main" val="17439445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8_Title">
    <p:bg>
      <p:bgPr>
        <a:solidFill>
          <a:schemeClr val="accent4"/>
        </a:solidFill>
        <a:effectLst/>
      </p:bgPr>
    </p:bg>
    <p:spTree>
      <p:nvGrpSpPr>
        <p:cNvPr id="1" name=""/>
        <p:cNvGrpSpPr/>
        <p:nvPr/>
      </p:nvGrpSpPr>
      <p:grpSpPr>
        <a:xfrm>
          <a:off x="0" y="0"/>
          <a:ext cx="0" cy="0"/>
          <a:chOff x="0" y="0"/>
          <a:chExt cx="0" cy="0"/>
        </a:xfrm>
      </p:grpSpPr>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990907" y="5248800"/>
            <a:ext cx="5491570" cy="953337"/>
          </a:xfrm>
        </p:spPr>
        <p:txBody>
          <a:bodyPr lIns="0" tIns="0" rIns="0" bIns="0" rtlCol="0">
            <a:noAutofit/>
          </a:bodyPr>
          <a:lstStyle>
            <a:lvl1pPr marL="0" indent="0">
              <a:buNone/>
              <a:defRPr sz="1800" b="0" i="0">
                <a:solidFill>
                  <a:schemeClr val="tx1"/>
                </a:solidFill>
                <a:latin typeface="+mj-lt"/>
              </a:defRPr>
            </a:lvl1pPr>
            <a:lvl2pPr>
              <a:defRPr sz="4000"/>
            </a:lvl2pPr>
            <a:lvl3pPr>
              <a:defRPr sz="4000"/>
            </a:lvl3pPr>
            <a:lvl4pPr>
              <a:defRPr sz="4000"/>
            </a:lvl4pPr>
            <a:lvl5pPr>
              <a:defRPr sz="4000"/>
            </a:lvl5pPr>
          </a:lstStyle>
          <a:p>
            <a:pPr lvl="0" rtl="0"/>
            <a:r>
              <a:rPr lang="en-GB" noProof="0"/>
              <a:t>Slide pack for client X</a:t>
            </a:r>
          </a:p>
          <a:p>
            <a:pPr lvl="0" rtl="0"/>
            <a:r>
              <a:rPr lang="en-GB" noProof="0"/>
              <a:t>December 2023</a:t>
            </a:r>
          </a:p>
        </p:txBody>
      </p:sp>
      <p:pic>
        <p:nvPicPr>
          <p:cNvPr id="3" name="Graphic 2">
            <a:extLst>
              <a:ext uri="{FF2B5EF4-FFF2-40B4-BE49-F238E27FC236}">
                <a16:creationId xmlns:a16="http://schemas.microsoft.com/office/drawing/2014/main" id="{85F2B667-441C-8852-2955-7E098BCFAC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00" y="1790700"/>
            <a:ext cx="6096000" cy="3276600"/>
          </a:xfrm>
          <a:prstGeom prst="rect">
            <a:avLst/>
          </a:prstGeom>
        </p:spPr>
      </p:pic>
    </p:spTree>
    <p:extLst>
      <p:ext uri="{BB962C8B-B14F-4D97-AF65-F5344CB8AC3E}">
        <p14:creationId xmlns:p14="http://schemas.microsoft.com/office/powerpoint/2010/main" val="16368759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9_Title">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414E6772-8E42-CBE4-D704-ACF6198400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00" y="1809750"/>
            <a:ext cx="6096000" cy="3238500"/>
          </a:xfrm>
          <a:prstGeom prst="rect">
            <a:avLst/>
          </a:prstGeom>
        </p:spPr>
      </p:pic>
    </p:spTree>
    <p:extLst>
      <p:ext uri="{BB962C8B-B14F-4D97-AF65-F5344CB8AC3E}">
        <p14:creationId xmlns:p14="http://schemas.microsoft.com/office/powerpoint/2010/main" val="41979992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0_Title">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118986A-FFA2-10AC-D1EA-83EFA7A5F0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00" y="1852612"/>
            <a:ext cx="6096000" cy="3152775"/>
          </a:xfrm>
          <a:prstGeom prst="rect">
            <a:avLst/>
          </a:prstGeom>
        </p:spPr>
      </p:pic>
    </p:spTree>
    <p:extLst>
      <p:ext uri="{BB962C8B-B14F-4D97-AF65-F5344CB8AC3E}">
        <p14:creationId xmlns:p14="http://schemas.microsoft.com/office/powerpoint/2010/main" val="31897390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solidFill>
                  <a:schemeClr val="bg1"/>
                </a:solidFill>
                <a:latin typeface="+mj-lt"/>
              </a:defRPr>
            </a:lvl1pPr>
          </a:lstStyle>
          <a:p>
            <a:pPr rtl="0"/>
            <a:r>
              <a:rPr lang="en-GB" noProof="0"/>
              <a:t>Click to edit Master title style</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2172496"/>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3056137"/>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447641"/>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2176949"/>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3056137"/>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447641"/>
            <a:ext cx="2128157"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062355" y="2176488"/>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062355" y="3059668"/>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062355" y="2451172"/>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a:xfrm>
            <a:off x="2992120" y="6332220"/>
            <a:ext cx="1313180" cy="247651"/>
          </a:xfrm>
          <a:prstGeom prst="rect">
            <a:avLst/>
          </a:prstGeom>
        </p:spPr>
        <p:txBody>
          <a:bodyPr rtlCol="0"/>
          <a:lstStyle/>
          <a:p>
            <a:pPr rtl="0"/>
            <a:fld id="{C02CDA83-4160-4EEB-AD7D-1C57C21837F3}"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cxnSp>
        <p:nvCxnSpPr>
          <p:cNvPr id="5" name="Straight Connector 4">
            <a:extLst>
              <a:ext uri="{FF2B5EF4-FFF2-40B4-BE49-F238E27FC236}">
                <a16:creationId xmlns:a16="http://schemas.microsoft.com/office/drawing/2014/main" id="{E4FDA226-6127-D1E5-70F0-6C592C23EDB5}"/>
              </a:ext>
            </a:extLst>
          </p:cNvPr>
          <p:cNvCxnSpPr>
            <a:cxnSpLocks/>
          </p:cNvCxnSpPr>
          <p:nvPr userDrawn="1"/>
        </p:nvCxnSpPr>
        <p:spPr>
          <a:xfrm>
            <a:off x="6362699" y="2168504"/>
            <a:ext cx="2133600" cy="3992"/>
          </a:xfrm>
          <a:prstGeom prst="line">
            <a:avLst/>
          </a:prstGeom>
          <a:ln w="101600">
            <a:solidFill>
              <a:schemeClr val="accent1"/>
            </a:solidFill>
          </a:ln>
        </p:spPr>
        <p:style>
          <a:lnRef idx="1">
            <a:schemeClr val="dk1"/>
          </a:lnRef>
          <a:fillRef idx="0">
            <a:schemeClr val="dk1"/>
          </a:fillRef>
          <a:effectRef idx="0">
            <a:schemeClr val="dk1"/>
          </a:effectRef>
          <a:fontRef idx="minor">
            <a:schemeClr val="tx1"/>
          </a:fontRef>
        </p:style>
      </p:cxnSp>
      <p:sp>
        <p:nvSpPr>
          <p:cNvPr id="19" name="Text Placeholder 29">
            <a:extLst>
              <a:ext uri="{FF2B5EF4-FFF2-40B4-BE49-F238E27FC236}">
                <a16:creationId xmlns:a16="http://schemas.microsoft.com/office/drawing/2014/main" id="{FA8FC6B4-574D-3533-2A0E-8753CB6A4332}"/>
              </a:ext>
            </a:extLst>
          </p:cNvPr>
          <p:cNvSpPr>
            <a:spLocks noGrp="1"/>
          </p:cNvSpPr>
          <p:nvPr>
            <p:ph type="body" sz="quarter" idx="28"/>
          </p:nvPr>
        </p:nvSpPr>
        <p:spPr>
          <a:xfrm>
            <a:off x="6362699" y="3051684"/>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9" name="Text Placeholder 29">
            <a:extLst>
              <a:ext uri="{FF2B5EF4-FFF2-40B4-BE49-F238E27FC236}">
                <a16:creationId xmlns:a16="http://schemas.microsoft.com/office/drawing/2014/main" id="{126B8C75-4977-39E0-2BBD-8744D13E4F45}"/>
              </a:ext>
            </a:extLst>
          </p:cNvPr>
          <p:cNvSpPr>
            <a:spLocks noGrp="1"/>
          </p:cNvSpPr>
          <p:nvPr>
            <p:ph type="body" sz="quarter" idx="29"/>
          </p:nvPr>
        </p:nvSpPr>
        <p:spPr>
          <a:xfrm>
            <a:off x="6362699" y="2443188"/>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pic>
        <p:nvPicPr>
          <p:cNvPr id="10" name="Picture 9">
            <a:extLst>
              <a:ext uri="{FF2B5EF4-FFF2-40B4-BE49-F238E27FC236}">
                <a16:creationId xmlns:a16="http://schemas.microsoft.com/office/drawing/2014/main" id="{FCBFB0E1-57BC-71C6-ADE7-974F2279889A}"/>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41576770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solidFill>
                  <a:schemeClr val="bg1"/>
                </a:solidFill>
                <a:latin typeface="+mj-lt"/>
              </a:defRPr>
            </a:lvl1pPr>
          </a:lstStyle>
          <a:p>
            <a:pPr rtl="0"/>
            <a:r>
              <a:rPr lang="en-GB" noProof="0"/>
              <a:t>Click to edit Master title style</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2347162"/>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3230803"/>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622307"/>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2351615"/>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3230803"/>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622307"/>
            <a:ext cx="2128157"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062355" y="2351154"/>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062355" y="3234334"/>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062355" y="2625838"/>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a:xfrm>
            <a:off x="2992120" y="6332220"/>
            <a:ext cx="1313180" cy="247651"/>
          </a:xfrm>
          <a:prstGeom prst="rect">
            <a:avLst/>
          </a:prstGeom>
        </p:spPr>
        <p:txBody>
          <a:bodyPr rtlCol="0"/>
          <a:lstStyle/>
          <a:p>
            <a:pPr rtl="0"/>
            <a:fld id="{C02CDA83-4160-4EEB-AD7D-1C57C21837F3}"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cxnSp>
        <p:nvCxnSpPr>
          <p:cNvPr id="5" name="Straight Connector 4">
            <a:extLst>
              <a:ext uri="{FF2B5EF4-FFF2-40B4-BE49-F238E27FC236}">
                <a16:creationId xmlns:a16="http://schemas.microsoft.com/office/drawing/2014/main" id="{E4FDA226-6127-D1E5-70F0-6C592C23EDB5}"/>
              </a:ext>
            </a:extLst>
          </p:cNvPr>
          <p:cNvCxnSpPr>
            <a:cxnSpLocks/>
          </p:cNvCxnSpPr>
          <p:nvPr userDrawn="1"/>
        </p:nvCxnSpPr>
        <p:spPr>
          <a:xfrm>
            <a:off x="6362699" y="2343170"/>
            <a:ext cx="2133600" cy="3992"/>
          </a:xfrm>
          <a:prstGeom prst="line">
            <a:avLst/>
          </a:prstGeom>
          <a:ln w="101600">
            <a:solidFill>
              <a:schemeClr val="accent5"/>
            </a:solidFill>
          </a:ln>
        </p:spPr>
        <p:style>
          <a:lnRef idx="1">
            <a:schemeClr val="dk1"/>
          </a:lnRef>
          <a:fillRef idx="0">
            <a:schemeClr val="dk1"/>
          </a:fillRef>
          <a:effectRef idx="0">
            <a:schemeClr val="dk1"/>
          </a:effectRef>
          <a:fontRef idx="minor">
            <a:schemeClr val="tx1"/>
          </a:fontRef>
        </p:style>
      </p:cxnSp>
      <p:sp>
        <p:nvSpPr>
          <p:cNvPr id="19" name="Text Placeholder 29">
            <a:extLst>
              <a:ext uri="{FF2B5EF4-FFF2-40B4-BE49-F238E27FC236}">
                <a16:creationId xmlns:a16="http://schemas.microsoft.com/office/drawing/2014/main" id="{FA8FC6B4-574D-3533-2A0E-8753CB6A4332}"/>
              </a:ext>
            </a:extLst>
          </p:cNvPr>
          <p:cNvSpPr>
            <a:spLocks noGrp="1"/>
          </p:cNvSpPr>
          <p:nvPr>
            <p:ph type="body" sz="quarter" idx="28"/>
          </p:nvPr>
        </p:nvSpPr>
        <p:spPr>
          <a:xfrm>
            <a:off x="6362699" y="3226350"/>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9" name="Text Placeholder 29">
            <a:extLst>
              <a:ext uri="{FF2B5EF4-FFF2-40B4-BE49-F238E27FC236}">
                <a16:creationId xmlns:a16="http://schemas.microsoft.com/office/drawing/2014/main" id="{126B8C75-4977-39E0-2BBD-8744D13E4F45}"/>
              </a:ext>
            </a:extLst>
          </p:cNvPr>
          <p:cNvSpPr>
            <a:spLocks noGrp="1"/>
          </p:cNvSpPr>
          <p:nvPr>
            <p:ph type="body" sz="quarter" idx="29"/>
          </p:nvPr>
        </p:nvSpPr>
        <p:spPr>
          <a:xfrm>
            <a:off x="6362699" y="2617854"/>
            <a:ext cx="2133600" cy="205837"/>
          </a:xfrm>
        </p:spPr>
        <p:txBody>
          <a:bodyPr lIns="0" tIns="0" rIns="0" bIns="0" rtlCol="0">
            <a:noAutofit/>
          </a:bodyPr>
          <a:lstStyle>
            <a:lvl1pPr marL="0" indent="0">
              <a:lnSpc>
                <a:spcPct val="100000"/>
              </a:lnSpc>
              <a:spcBef>
                <a:spcPts val="400"/>
              </a:spcBef>
              <a:buNone/>
              <a:defRPr sz="1800" b="0" i="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pic>
        <p:nvPicPr>
          <p:cNvPr id="8" name="Picture 7">
            <a:extLst>
              <a:ext uri="{FF2B5EF4-FFF2-40B4-BE49-F238E27FC236}">
                <a16:creationId xmlns:a16="http://schemas.microsoft.com/office/drawing/2014/main" id="{32AF5253-3962-8D9C-FB57-545D21005215}"/>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37057751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4" name="Text Placeholder 3"/>
          <p:cNvSpPr>
            <a:spLocks noGrp="1"/>
          </p:cNvSpPr>
          <p:nvPr>
            <p:ph type="body" sz="quarter" idx="10"/>
          </p:nvPr>
        </p:nvSpPr>
        <p:spPr>
          <a:xfrm>
            <a:off x="952500" y="2060028"/>
            <a:ext cx="10401300" cy="4039020"/>
          </a:xfrm>
        </p:spPr>
        <p:txBody>
          <a:bodyPr lIns="90000" tIns="90000" rIns="90000" bIns="90000"/>
          <a:lstStyle>
            <a:lvl1pPr marL="0" indent="0">
              <a:spcBef>
                <a:spcPts val="384"/>
              </a:spcBef>
              <a:buNone/>
              <a:defRPr/>
            </a:lvl1pPr>
            <a:lvl2pPr marL="457200" indent="-230400">
              <a:spcBef>
                <a:spcPts val="384"/>
              </a:spcBef>
              <a:defRPr/>
            </a:lvl2pPr>
            <a:lvl3pPr marL="914400" indent="-230400">
              <a:spcBef>
                <a:spcPts val="384"/>
              </a:spcBef>
              <a:buFont typeface="Franklin Gothic Book" panose="020B0503020102020204" pitchFamily="34" charset="0"/>
              <a:buChar char="−"/>
              <a:defRPr/>
            </a:lvl3pPr>
            <a:lvl4pPr marL="1375200" indent="-234000">
              <a:spcBef>
                <a:spcPts val="384"/>
              </a:spcBef>
              <a:buSzPct val="60000"/>
              <a:buFont typeface="Courier New" panose="02070309020205020404" pitchFamily="49" charset="0"/>
              <a:buChar char="o"/>
              <a:defRPr/>
            </a:lvl4pPr>
            <a:lvl5pPr marL="2059200" indent="-230400">
              <a:spcBef>
                <a:spcPts val="384"/>
              </a:spcBef>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5" name="Picture 4">
            <a:extLst>
              <a:ext uri="{FF2B5EF4-FFF2-40B4-BE49-F238E27FC236}">
                <a16:creationId xmlns:a16="http://schemas.microsoft.com/office/drawing/2014/main" id="{0E609B57-7B1E-7140-7DFD-31D97F7B428F}"/>
              </a:ext>
            </a:extLst>
          </p:cNvPr>
          <p:cNvPicPr>
            <a:picLocks noChangeAspect="1"/>
          </p:cNvPicPr>
          <p:nvPr userDrawn="1"/>
        </p:nvPicPr>
        <p:blipFill>
          <a:blip r:embed="rId2"/>
          <a:stretch>
            <a:fillRect/>
          </a:stretch>
        </p:blipFill>
        <p:spPr>
          <a:xfrm>
            <a:off x="10950152" y="95121"/>
            <a:ext cx="1092662" cy="714952"/>
          </a:xfrm>
          <a:prstGeom prst="rect">
            <a:avLst/>
          </a:prstGeom>
        </p:spPr>
      </p:pic>
    </p:spTree>
    <p:extLst>
      <p:ext uri="{BB962C8B-B14F-4D97-AF65-F5344CB8AC3E}">
        <p14:creationId xmlns:p14="http://schemas.microsoft.com/office/powerpoint/2010/main" val="674677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GB" noProof="0"/>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a:xfrm>
            <a:off x="2992120" y="6332220"/>
            <a:ext cx="1313180" cy="247651"/>
          </a:xfrm>
          <a:prstGeom prst="rect">
            <a:avLst/>
          </a:prstGeom>
        </p:spPr>
        <p:txBody>
          <a:bodyPr rtlCol="0"/>
          <a:lstStyle/>
          <a:p>
            <a:pPr rtl="0"/>
            <a:fld id="{94200668-9301-4F8B-89F3-A4E2AEA8004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606243D1-EDFE-BAB8-356A-F62E8572734E}"/>
              </a:ext>
            </a:extLst>
          </p:cNvPr>
          <p:cNvPicPr>
            <a:picLocks noChangeAspect="1"/>
          </p:cNvPicPr>
          <p:nvPr userDrawn="1"/>
        </p:nvPicPr>
        <p:blipFill>
          <a:blip r:embed="rId2"/>
          <a:stretch>
            <a:fillRect/>
          </a:stretch>
        </p:blipFill>
        <p:spPr>
          <a:xfrm>
            <a:off x="10950152" y="95121"/>
            <a:ext cx="1092662" cy="714952"/>
          </a:xfrm>
          <a:prstGeom prst="rect">
            <a:avLst/>
          </a:prstGeom>
        </p:spPr>
      </p:pic>
    </p:spTree>
    <p:extLst>
      <p:ext uri="{BB962C8B-B14F-4D97-AF65-F5344CB8AC3E}">
        <p14:creationId xmlns:p14="http://schemas.microsoft.com/office/powerpoint/2010/main" val="218968418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1260115"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1248592"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1248591" y="2289363"/>
            <a:ext cx="10211890"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a:xfrm>
            <a:off x="2992120" y="6332220"/>
            <a:ext cx="1313180" cy="247651"/>
          </a:xfrm>
          <a:prstGeom prst="rect">
            <a:avLst/>
          </a:prstGeom>
        </p:spPr>
        <p:txBody>
          <a:bodyPr rtlCol="0"/>
          <a:lstStyle/>
          <a:p>
            <a:pPr rtl="0"/>
            <a:fld id="{94200668-9301-4F8B-89F3-A4E2AEA8004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218F4E8E-9A07-2876-6430-2A5A3CDF4385}"/>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274375536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GB" noProof="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GB" noProof="0"/>
              <a:t>Click to edit Master title style</a:t>
            </a:r>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044938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n-GB" noProof="0"/>
              <a:t>Click icon to add chart</a:t>
            </a:r>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a:xfrm>
            <a:off x="2992120" y="6332220"/>
            <a:ext cx="1313180" cy="247651"/>
          </a:xfrm>
          <a:prstGeom prst="rect">
            <a:avLst/>
          </a:prstGeom>
        </p:spPr>
        <p:txBody>
          <a:bodyPr rtlCol="0"/>
          <a:lstStyle/>
          <a:p>
            <a:pPr rtl="0"/>
            <a:fld id="{029ECAD1-3047-43DC-81B7-231597E81F1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pic>
        <p:nvPicPr>
          <p:cNvPr id="8" name="Picture 7">
            <a:extLst>
              <a:ext uri="{FF2B5EF4-FFF2-40B4-BE49-F238E27FC236}">
                <a16:creationId xmlns:a16="http://schemas.microsoft.com/office/drawing/2014/main" id="{3E39730F-7953-383F-5515-04AE27676DAB}"/>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4007976126"/>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GB" noProof="0"/>
              <a:t>Click icon to add table</a:t>
            </a:r>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a:xfrm>
            <a:off x="2992120" y="6332220"/>
            <a:ext cx="1313180" cy="247651"/>
          </a:xfrm>
          <a:prstGeom prst="rect">
            <a:avLst/>
          </a:prstGeom>
        </p:spPr>
        <p:txBody>
          <a:bodyPr rtlCol="0"/>
          <a:lstStyle/>
          <a:p>
            <a:pPr rtl="0"/>
            <a:fld id="{1E6A16EE-7FBD-4E62-A186-69A1E1C8758D}"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pic>
        <p:nvPicPr>
          <p:cNvPr id="7" name="Picture 6">
            <a:extLst>
              <a:ext uri="{FF2B5EF4-FFF2-40B4-BE49-F238E27FC236}">
                <a16:creationId xmlns:a16="http://schemas.microsoft.com/office/drawing/2014/main" id="{7D0B22B7-CA31-B931-28D2-283827C46A8E}"/>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45468125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GB" noProof="0"/>
              <a:t>Click to edit Master title style</a:t>
            </a:r>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n-GB" sz="20000" b="1" noProof="0">
                <a:solidFill>
                  <a:schemeClr val="bg1"/>
                </a:solidFill>
              </a:rPr>
              <a:t>“</a:t>
            </a:r>
          </a:p>
        </p:txBody>
      </p:sp>
      <p:sp>
        <p:nvSpPr>
          <p:cNvPr id="2" name="Date Placeholder 1">
            <a:extLst>
              <a:ext uri="{FF2B5EF4-FFF2-40B4-BE49-F238E27FC236}">
                <a16:creationId xmlns:a16="http://schemas.microsoft.com/office/drawing/2014/main" id="{C59E4CB0-E507-1216-4D60-58E7B374AA0D}"/>
              </a:ext>
            </a:extLst>
          </p:cNvPr>
          <p:cNvSpPr>
            <a:spLocks noGrp="1"/>
          </p:cNvSpPr>
          <p:nvPr>
            <p:ph type="dt" sz="half" idx="14"/>
          </p:nvPr>
        </p:nvSpPr>
        <p:spPr>
          <a:xfrm>
            <a:off x="2992120" y="6332220"/>
            <a:ext cx="1313180" cy="247651"/>
          </a:xfrm>
          <a:prstGeom prst="rect">
            <a:avLst/>
          </a:prstGeom>
        </p:spPr>
        <p:txBody>
          <a:bodyPr rtlCol="0"/>
          <a:lstStyle/>
          <a:p>
            <a:pPr rtl="0"/>
            <a:fld id="{94200668-9301-4F8B-89F3-A4E2AEA80049}"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9A67E0EE-2B16-CB3F-0111-FC3A40752CAD}"/>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E2673CB-FBE5-DCF7-6756-B6B76D204C73}"/>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sp>
        <p:nvSpPr>
          <p:cNvPr id="5" name="TextBox 4">
            <a:extLst>
              <a:ext uri="{FF2B5EF4-FFF2-40B4-BE49-F238E27FC236}">
                <a16:creationId xmlns:a16="http://schemas.microsoft.com/office/drawing/2014/main" id="{30F1639A-9E11-EEDD-7222-F628BA914F02}"/>
              </a:ext>
            </a:extLst>
          </p:cNvPr>
          <p:cNvSpPr txBox="1"/>
          <p:nvPr userDrawn="1"/>
        </p:nvSpPr>
        <p:spPr>
          <a:xfrm flipV="1">
            <a:off x="8196669" y="2596372"/>
            <a:ext cx="1589372" cy="3170099"/>
          </a:xfrm>
          <a:prstGeom prst="rect">
            <a:avLst/>
          </a:prstGeom>
          <a:noFill/>
        </p:spPr>
        <p:txBody>
          <a:bodyPr wrap="square" rtlCol="0">
            <a:spAutoFit/>
          </a:bodyPr>
          <a:lstStyle/>
          <a:p>
            <a:pPr rtl="0"/>
            <a:r>
              <a:rPr lang="en-GB" sz="20000" b="1" noProof="0">
                <a:solidFill>
                  <a:schemeClr val="bg1"/>
                </a:solidFill>
              </a:rPr>
              <a:t>“</a:t>
            </a:r>
          </a:p>
        </p:txBody>
      </p:sp>
      <p:pic>
        <p:nvPicPr>
          <p:cNvPr id="8" name="Picture 7">
            <a:extLst>
              <a:ext uri="{FF2B5EF4-FFF2-40B4-BE49-F238E27FC236}">
                <a16:creationId xmlns:a16="http://schemas.microsoft.com/office/drawing/2014/main" id="{B143F997-4913-D9B0-ACCC-6E5BD9409318}"/>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0791460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Team">
    <p:bg>
      <p:bgPr>
        <a:solidFill>
          <a:schemeClr val="tx1"/>
        </a:solidFill>
        <a:effectLst/>
      </p:bgPr>
    </p:bg>
    <p:spTree>
      <p:nvGrpSpPr>
        <p:cNvPr id="1" name=""/>
        <p:cNvGrpSpPr/>
        <p:nvPr/>
      </p:nvGrpSpPr>
      <p:grpSpPr>
        <a:xfrm>
          <a:off x="0" y="0"/>
          <a:ext cx="0" cy="0"/>
          <a:chOff x="0" y="0"/>
          <a:chExt cx="0" cy="0"/>
        </a:xfrm>
      </p:grpSpPr>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GB" noProof="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rgbClr val="53547B"/>
                </a:solidFill>
                <a:latin typeface="+mj-lt"/>
              </a:defRPr>
            </a:lvl1pPr>
          </a:lstStyle>
          <a:p>
            <a:pPr rtl="0"/>
            <a:r>
              <a:rPr lang="en-GB" noProof="0"/>
              <a:t>Click to edit Master title style</a:t>
            </a:r>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GB" noProof="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GB" noProof="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GB" noProof="0"/>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a:xfrm>
            <a:off x="2992120" y="6332220"/>
            <a:ext cx="1313180" cy="247651"/>
          </a:xfrm>
          <a:prstGeom prst="rect">
            <a:avLst/>
          </a:prstGeom>
        </p:spPr>
        <p:txBody>
          <a:bodyPr rtlCol="0"/>
          <a:lstStyle/>
          <a:p>
            <a:pPr rtl="0"/>
            <a:fld id="{D21FA074-9295-430E-9633-F682F8C96958}"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C7F30EBD-323B-1F4B-99F7-8E2F2590B217}"/>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1345101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Team">
    <p:bg>
      <p:bgPr>
        <a:solidFill>
          <a:schemeClr val="tx1"/>
        </a:solidFill>
        <a:effectLst/>
      </p:bgPr>
    </p:bg>
    <p:spTree>
      <p:nvGrpSpPr>
        <p:cNvPr id="1" name=""/>
        <p:cNvGrpSpPr/>
        <p:nvPr/>
      </p:nvGrpSpPr>
      <p:grpSpPr>
        <a:xfrm>
          <a:off x="0" y="0"/>
          <a:ext cx="0" cy="0"/>
          <a:chOff x="0" y="0"/>
          <a:chExt cx="0" cy="0"/>
        </a:xfrm>
      </p:grpSpPr>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1700201"/>
            <a:ext cx="1302503" cy="1252679"/>
          </a:xfrm>
          <a:prstGeom prst="rect">
            <a:avLst/>
          </a:prstGeom>
        </p:spPr>
        <p:txBody>
          <a:bodyPr rtlCol="0"/>
          <a:lstStyle/>
          <a:p>
            <a:pPr rtl="0"/>
            <a:r>
              <a:rPr lang="en-GB" noProof="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2746171" y="1700201"/>
            <a:ext cx="1302503" cy="1252679"/>
          </a:xfrm>
          <a:prstGeom prst="rect">
            <a:avLst/>
          </a:prstGeom>
        </p:spPr>
        <p:txBody>
          <a:bodyPr rtlCol="0"/>
          <a:lstStyle/>
          <a:p>
            <a:pPr rtl="0"/>
            <a:r>
              <a:rPr lang="en-GB" noProof="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3469865"/>
            <a:ext cx="1311944"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3063441"/>
            <a:ext cx="1311948"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2750934" y="3469865"/>
            <a:ext cx="1308596"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2750934" y="3063441"/>
            <a:ext cx="1308602"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4547857"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4547856"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6331791"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6331790"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4543094" y="1700201"/>
            <a:ext cx="1302503" cy="1252679"/>
          </a:xfrm>
          <a:prstGeom prst="rect">
            <a:avLst/>
          </a:prstGeom>
        </p:spPr>
        <p:txBody>
          <a:bodyPr rtlCol="0"/>
          <a:lstStyle/>
          <a:p>
            <a:pPr rtl="0"/>
            <a:r>
              <a:rPr lang="en-GB" noProof="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6333559" y="1700201"/>
            <a:ext cx="1302503" cy="1252679"/>
          </a:xfrm>
          <a:prstGeom prst="rect">
            <a:avLst/>
          </a:prstGeom>
        </p:spPr>
        <p:txBody>
          <a:bodyPr rtlCol="0"/>
          <a:lstStyle/>
          <a:p>
            <a:pPr rtl="0"/>
            <a:r>
              <a:rPr lang="en-GB" noProof="0"/>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a:xfrm>
            <a:off x="2992120" y="6332220"/>
            <a:ext cx="1313180" cy="247651"/>
          </a:xfrm>
          <a:prstGeom prst="rect">
            <a:avLst/>
          </a:prstGeom>
        </p:spPr>
        <p:txBody>
          <a:bodyPr rtlCol="0"/>
          <a:lstStyle/>
          <a:p>
            <a:pPr rtl="0"/>
            <a:fld id="{D21FA074-9295-430E-9633-F682F8C96958}"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sp>
        <p:nvSpPr>
          <p:cNvPr id="5" name="Text Placeholder 29">
            <a:extLst>
              <a:ext uri="{FF2B5EF4-FFF2-40B4-BE49-F238E27FC236}">
                <a16:creationId xmlns:a16="http://schemas.microsoft.com/office/drawing/2014/main" id="{4D3EC6AE-C061-0D87-0A10-79442515791C}"/>
              </a:ext>
            </a:extLst>
          </p:cNvPr>
          <p:cNvSpPr>
            <a:spLocks noGrp="1"/>
          </p:cNvSpPr>
          <p:nvPr>
            <p:ph type="body" sz="quarter" idx="35"/>
          </p:nvPr>
        </p:nvSpPr>
        <p:spPr>
          <a:xfrm>
            <a:off x="8059335"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 name="Text Placeholder 29">
            <a:extLst>
              <a:ext uri="{FF2B5EF4-FFF2-40B4-BE49-F238E27FC236}">
                <a16:creationId xmlns:a16="http://schemas.microsoft.com/office/drawing/2014/main" id="{6034DF5C-134B-942E-816E-152AE65DFEF7}"/>
              </a:ext>
            </a:extLst>
          </p:cNvPr>
          <p:cNvSpPr>
            <a:spLocks noGrp="1"/>
          </p:cNvSpPr>
          <p:nvPr>
            <p:ph type="body" sz="quarter" idx="36"/>
          </p:nvPr>
        </p:nvSpPr>
        <p:spPr>
          <a:xfrm>
            <a:off x="8059334"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 name="Text Placeholder 29">
            <a:extLst>
              <a:ext uri="{FF2B5EF4-FFF2-40B4-BE49-F238E27FC236}">
                <a16:creationId xmlns:a16="http://schemas.microsoft.com/office/drawing/2014/main" id="{C7FF0E68-3E67-5B4A-84E3-5E7BBA8CD4AC}"/>
              </a:ext>
            </a:extLst>
          </p:cNvPr>
          <p:cNvSpPr>
            <a:spLocks noGrp="1"/>
          </p:cNvSpPr>
          <p:nvPr>
            <p:ph type="body" sz="quarter" idx="37"/>
          </p:nvPr>
        </p:nvSpPr>
        <p:spPr>
          <a:xfrm>
            <a:off x="9843269" y="3469865"/>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 name="Text Placeholder 29">
            <a:extLst>
              <a:ext uri="{FF2B5EF4-FFF2-40B4-BE49-F238E27FC236}">
                <a16:creationId xmlns:a16="http://schemas.microsoft.com/office/drawing/2014/main" id="{B2394995-4445-7B22-5EA7-AA6CE047643A}"/>
              </a:ext>
            </a:extLst>
          </p:cNvPr>
          <p:cNvSpPr>
            <a:spLocks noGrp="1"/>
          </p:cNvSpPr>
          <p:nvPr>
            <p:ph type="body" sz="quarter" idx="38"/>
          </p:nvPr>
        </p:nvSpPr>
        <p:spPr>
          <a:xfrm>
            <a:off x="9843268" y="3063441"/>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9" name="Picture Placeholder 25">
            <a:extLst>
              <a:ext uri="{FF2B5EF4-FFF2-40B4-BE49-F238E27FC236}">
                <a16:creationId xmlns:a16="http://schemas.microsoft.com/office/drawing/2014/main" id="{CA67A7C0-7678-3178-976C-1CEA03B74207}"/>
              </a:ext>
            </a:extLst>
          </p:cNvPr>
          <p:cNvSpPr>
            <a:spLocks noGrp="1"/>
          </p:cNvSpPr>
          <p:nvPr>
            <p:ph type="pic" sz="quarter" idx="39"/>
          </p:nvPr>
        </p:nvSpPr>
        <p:spPr>
          <a:xfrm>
            <a:off x="8054572" y="1700201"/>
            <a:ext cx="1302503" cy="1252679"/>
          </a:xfrm>
          <a:prstGeom prst="rect">
            <a:avLst/>
          </a:prstGeom>
        </p:spPr>
        <p:txBody>
          <a:bodyPr rtlCol="0"/>
          <a:lstStyle/>
          <a:p>
            <a:pPr rtl="0"/>
            <a:r>
              <a:rPr lang="en-GB" noProof="0"/>
              <a:t>Click icon to add picture</a:t>
            </a:r>
          </a:p>
        </p:txBody>
      </p:sp>
      <p:sp>
        <p:nvSpPr>
          <p:cNvPr id="10" name="Picture Placeholder 25">
            <a:extLst>
              <a:ext uri="{FF2B5EF4-FFF2-40B4-BE49-F238E27FC236}">
                <a16:creationId xmlns:a16="http://schemas.microsoft.com/office/drawing/2014/main" id="{AE32BCDA-609E-8F0D-AEA9-832C0B9781AC}"/>
              </a:ext>
            </a:extLst>
          </p:cNvPr>
          <p:cNvSpPr>
            <a:spLocks noGrp="1"/>
          </p:cNvSpPr>
          <p:nvPr>
            <p:ph type="pic" sz="quarter" idx="40"/>
          </p:nvPr>
        </p:nvSpPr>
        <p:spPr>
          <a:xfrm>
            <a:off x="9845037" y="1700201"/>
            <a:ext cx="1302503" cy="1252679"/>
          </a:xfrm>
          <a:prstGeom prst="rect">
            <a:avLst/>
          </a:prstGeom>
        </p:spPr>
        <p:txBody>
          <a:bodyPr rtlCol="0"/>
          <a:lstStyle/>
          <a:p>
            <a:pPr rtl="0"/>
            <a:r>
              <a:rPr lang="en-GB" noProof="0"/>
              <a:t>Click icon to add picture</a:t>
            </a:r>
          </a:p>
        </p:txBody>
      </p:sp>
      <p:sp>
        <p:nvSpPr>
          <p:cNvPr id="60" name="Picture Placeholder 25">
            <a:extLst>
              <a:ext uri="{FF2B5EF4-FFF2-40B4-BE49-F238E27FC236}">
                <a16:creationId xmlns:a16="http://schemas.microsoft.com/office/drawing/2014/main" id="{5D872316-B7EF-29EF-97C3-B67FAF0B9B74}"/>
              </a:ext>
            </a:extLst>
          </p:cNvPr>
          <p:cNvSpPr>
            <a:spLocks noGrp="1"/>
          </p:cNvSpPr>
          <p:nvPr>
            <p:ph type="pic" sz="quarter" idx="41"/>
          </p:nvPr>
        </p:nvSpPr>
        <p:spPr>
          <a:xfrm>
            <a:off x="954268" y="3926475"/>
            <a:ext cx="1302503" cy="1252679"/>
          </a:xfrm>
          <a:prstGeom prst="rect">
            <a:avLst/>
          </a:prstGeom>
        </p:spPr>
        <p:txBody>
          <a:bodyPr rtlCol="0"/>
          <a:lstStyle/>
          <a:p>
            <a:pPr rtl="0"/>
            <a:r>
              <a:rPr lang="en-GB" noProof="0"/>
              <a:t>Click icon to add picture</a:t>
            </a:r>
          </a:p>
        </p:txBody>
      </p:sp>
      <p:sp>
        <p:nvSpPr>
          <p:cNvPr id="64" name="Picture Placeholder 25">
            <a:extLst>
              <a:ext uri="{FF2B5EF4-FFF2-40B4-BE49-F238E27FC236}">
                <a16:creationId xmlns:a16="http://schemas.microsoft.com/office/drawing/2014/main" id="{1670C7CA-A180-13EE-E8A9-D27267CEB1AD}"/>
              </a:ext>
            </a:extLst>
          </p:cNvPr>
          <p:cNvSpPr>
            <a:spLocks noGrp="1"/>
          </p:cNvSpPr>
          <p:nvPr>
            <p:ph type="pic" sz="quarter" idx="42"/>
          </p:nvPr>
        </p:nvSpPr>
        <p:spPr>
          <a:xfrm>
            <a:off x="2746171" y="3926475"/>
            <a:ext cx="1302503" cy="1252679"/>
          </a:xfrm>
          <a:prstGeom prst="rect">
            <a:avLst/>
          </a:prstGeom>
        </p:spPr>
        <p:txBody>
          <a:bodyPr rtlCol="0"/>
          <a:lstStyle/>
          <a:p>
            <a:pPr rtl="0"/>
            <a:r>
              <a:rPr lang="en-GB" noProof="0"/>
              <a:t>Click icon to add picture</a:t>
            </a:r>
          </a:p>
        </p:txBody>
      </p:sp>
      <p:sp>
        <p:nvSpPr>
          <p:cNvPr id="65" name="Text Placeholder 29">
            <a:extLst>
              <a:ext uri="{FF2B5EF4-FFF2-40B4-BE49-F238E27FC236}">
                <a16:creationId xmlns:a16="http://schemas.microsoft.com/office/drawing/2014/main" id="{1FF7A721-2894-B9E1-D659-1A659582EBC2}"/>
              </a:ext>
            </a:extLst>
          </p:cNvPr>
          <p:cNvSpPr>
            <a:spLocks noGrp="1"/>
          </p:cNvSpPr>
          <p:nvPr>
            <p:ph type="body" sz="quarter" idx="43"/>
          </p:nvPr>
        </p:nvSpPr>
        <p:spPr>
          <a:xfrm>
            <a:off x="952500" y="5700907"/>
            <a:ext cx="1311944"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7" name="Text Placeholder 29">
            <a:extLst>
              <a:ext uri="{FF2B5EF4-FFF2-40B4-BE49-F238E27FC236}">
                <a16:creationId xmlns:a16="http://schemas.microsoft.com/office/drawing/2014/main" id="{13A1CDC4-56F7-5D5B-DDC1-FE3F2DBB4E48}"/>
              </a:ext>
            </a:extLst>
          </p:cNvPr>
          <p:cNvSpPr>
            <a:spLocks noGrp="1"/>
          </p:cNvSpPr>
          <p:nvPr>
            <p:ph type="body" sz="quarter" idx="44"/>
          </p:nvPr>
        </p:nvSpPr>
        <p:spPr>
          <a:xfrm>
            <a:off x="952500" y="5265611"/>
            <a:ext cx="1311948"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68" name="Text Placeholder 29">
            <a:extLst>
              <a:ext uri="{FF2B5EF4-FFF2-40B4-BE49-F238E27FC236}">
                <a16:creationId xmlns:a16="http://schemas.microsoft.com/office/drawing/2014/main" id="{B0A1103F-88C8-9C7E-276D-17E16EE148F0}"/>
              </a:ext>
            </a:extLst>
          </p:cNvPr>
          <p:cNvSpPr>
            <a:spLocks noGrp="1"/>
          </p:cNvSpPr>
          <p:nvPr>
            <p:ph type="body" sz="quarter" idx="45"/>
          </p:nvPr>
        </p:nvSpPr>
        <p:spPr>
          <a:xfrm>
            <a:off x="2750934" y="5696139"/>
            <a:ext cx="1308596"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0" name="Text Placeholder 29">
            <a:extLst>
              <a:ext uri="{FF2B5EF4-FFF2-40B4-BE49-F238E27FC236}">
                <a16:creationId xmlns:a16="http://schemas.microsoft.com/office/drawing/2014/main" id="{2E354471-334B-5ACC-F828-2FDBAB9E1F1C}"/>
              </a:ext>
            </a:extLst>
          </p:cNvPr>
          <p:cNvSpPr>
            <a:spLocks noGrp="1"/>
          </p:cNvSpPr>
          <p:nvPr>
            <p:ph type="body" sz="quarter" idx="46"/>
          </p:nvPr>
        </p:nvSpPr>
        <p:spPr>
          <a:xfrm>
            <a:off x="2750934" y="5289715"/>
            <a:ext cx="1308602"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71" name="Text Placeholder 29">
            <a:extLst>
              <a:ext uri="{FF2B5EF4-FFF2-40B4-BE49-F238E27FC236}">
                <a16:creationId xmlns:a16="http://schemas.microsoft.com/office/drawing/2014/main" id="{0098B4C0-4069-9048-C0AC-DFA4CCACC508}"/>
              </a:ext>
            </a:extLst>
          </p:cNvPr>
          <p:cNvSpPr>
            <a:spLocks noGrp="1"/>
          </p:cNvSpPr>
          <p:nvPr>
            <p:ph type="body" sz="quarter" idx="47"/>
          </p:nvPr>
        </p:nvSpPr>
        <p:spPr>
          <a:xfrm>
            <a:off x="4547857"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0" name="Text Placeholder 29">
            <a:extLst>
              <a:ext uri="{FF2B5EF4-FFF2-40B4-BE49-F238E27FC236}">
                <a16:creationId xmlns:a16="http://schemas.microsoft.com/office/drawing/2014/main" id="{AC4C3871-06DB-6193-3D44-FF9B531A68BC}"/>
              </a:ext>
            </a:extLst>
          </p:cNvPr>
          <p:cNvSpPr>
            <a:spLocks noGrp="1"/>
          </p:cNvSpPr>
          <p:nvPr>
            <p:ph type="body" sz="quarter" idx="48"/>
          </p:nvPr>
        </p:nvSpPr>
        <p:spPr>
          <a:xfrm>
            <a:off x="4547856"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1" name="Text Placeholder 29">
            <a:extLst>
              <a:ext uri="{FF2B5EF4-FFF2-40B4-BE49-F238E27FC236}">
                <a16:creationId xmlns:a16="http://schemas.microsoft.com/office/drawing/2014/main" id="{19334C22-521C-6D0A-83EF-8A0200D05692}"/>
              </a:ext>
            </a:extLst>
          </p:cNvPr>
          <p:cNvSpPr>
            <a:spLocks noGrp="1"/>
          </p:cNvSpPr>
          <p:nvPr>
            <p:ph type="body" sz="quarter" idx="49"/>
          </p:nvPr>
        </p:nvSpPr>
        <p:spPr>
          <a:xfrm>
            <a:off x="6331791"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2" name="Text Placeholder 29">
            <a:extLst>
              <a:ext uri="{FF2B5EF4-FFF2-40B4-BE49-F238E27FC236}">
                <a16:creationId xmlns:a16="http://schemas.microsoft.com/office/drawing/2014/main" id="{C0FE8171-DCB4-B58B-9C47-2743760A7A96}"/>
              </a:ext>
            </a:extLst>
          </p:cNvPr>
          <p:cNvSpPr>
            <a:spLocks noGrp="1"/>
          </p:cNvSpPr>
          <p:nvPr>
            <p:ph type="body" sz="quarter" idx="50"/>
          </p:nvPr>
        </p:nvSpPr>
        <p:spPr>
          <a:xfrm>
            <a:off x="6331790"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3" name="Picture Placeholder 25">
            <a:extLst>
              <a:ext uri="{FF2B5EF4-FFF2-40B4-BE49-F238E27FC236}">
                <a16:creationId xmlns:a16="http://schemas.microsoft.com/office/drawing/2014/main" id="{51CFF551-DC2D-FB0C-26FB-0CB0BA151053}"/>
              </a:ext>
            </a:extLst>
          </p:cNvPr>
          <p:cNvSpPr>
            <a:spLocks noGrp="1"/>
          </p:cNvSpPr>
          <p:nvPr>
            <p:ph type="pic" sz="quarter" idx="51"/>
          </p:nvPr>
        </p:nvSpPr>
        <p:spPr>
          <a:xfrm>
            <a:off x="4543094" y="3926475"/>
            <a:ext cx="1302503" cy="1252679"/>
          </a:xfrm>
          <a:prstGeom prst="rect">
            <a:avLst/>
          </a:prstGeom>
        </p:spPr>
        <p:txBody>
          <a:bodyPr rtlCol="0"/>
          <a:lstStyle/>
          <a:p>
            <a:pPr rtl="0"/>
            <a:r>
              <a:rPr lang="en-GB" noProof="0"/>
              <a:t>Click icon to add picture</a:t>
            </a:r>
          </a:p>
        </p:txBody>
      </p:sp>
      <p:sp>
        <p:nvSpPr>
          <p:cNvPr id="84" name="Picture Placeholder 25">
            <a:extLst>
              <a:ext uri="{FF2B5EF4-FFF2-40B4-BE49-F238E27FC236}">
                <a16:creationId xmlns:a16="http://schemas.microsoft.com/office/drawing/2014/main" id="{4EEFC200-59DF-7159-01F0-BFA985CE4F36}"/>
              </a:ext>
            </a:extLst>
          </p:cNvPr>
          <p:cNvSpPr>
            <a:spLocks noGrp="1"/>
          </p:cNvSpPr>
          <p:nvPr>
            <p:ph type="pic" sz="quarter" idx="52"/>
          </p:nvPr>
        </p:nvSpPr>
        <p:spPr>
          <a:xfrm>
            <a:off x="6333559" y="3926475"/>
            <a:ext cx="1302503" cy="1252679"/>
          </a:xfrm>
          <a:prstGeom prst="rect">
            <a:avLst/>
          </a:prstGeom>
        </p:spPr>
        <p:txBody>
          <a:bodyPr rtlCol="0"/>
          <a:lstStyle/>
          <a:p>
            <a:pPr rtl="0"/>
            <a:r>
              <a:rPr lang="en-GB" noProof="0"/>
              <a:t>Click icon to add picture</a:t>
            </a:r>
          </a:p>
        </p:txBody>
      </p:sp>
      <p:sp>
        <p:nvSpPr>
          <p:cNvPr id="85" name="Text Placeholder 29">
            <a:extLst>
              <a:ext uri="{FF2B5EF4-FFF2-40B4-BE49-F238E27FC236}">
                <a16:creationId xmlns:a16="http://schemas.microsoft.com/office/drawing/2014/main" id="{2F8563B7-214B-8EA3-A175-710B7C4EA3E8}"/>
              </a:ext>
            </a:extLst>
          </p:cNvPr>
          <p:cNvSpPr>
            <a:spLocks noGrp="1"/>
          </p:cNvSpPr>
          <p:nvPr>
            <p:ph type="body" sz="quarter" idx="53"/>
          </p:nvPr>
        </p:nvSpPr>
        <p:spPr>
          <a:xfrm>
            <a:off x="8059335"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6" name="Text Placeholder 29">
            <a:extLst>
              <a:ext uri="{FF2B5EF4-FFF2-40B4-BE49-F238E27FC236}">
                <a16:creationId xmlns:a16="http://schemas.microsoft.com/office/drawing/2014/main" id="{70DB41A6-F3ED-6508-C1C3-EAADD664A0C7}"/>
              </a:ext>
            </a:extLst>
          </p:cNvPr>
          <p:cNvSpPr>
            <a:spLocks noGrp="1"/>
          </p:cNvSpPr>
          <p:nvPr>
            <p:ph type="body" sz="quarter" idx="54"/>
          </p:nvPr>
        </p:nvSpPr>
        <p:spPr>
          <a:xfrm>
            <a:off x="8059334"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7" name="Text Placeholder 29">
            <a:extLst>
              <a:ext uri="{FF2B5EF4-FFF2-40B4-BE49-F238E27FC236}">
                <a16:creationId xmlns:a16="http://schemas.microsoft.com/office/drawing/2014/main" id="{9970B698-9FCF-8054-BB1B-14800B54394C}"/>
              </a:ext>
            </a:extLst>
          </p:cNvPr>
          <p:cNvSpPr>
            <a:spLocks noGrp="1"/>
          </p:cNvSpPr>
          <p:nvPr>
            <p:ph type="body" sz="quarter" idx="55"/>
          </p:nvPr>
        </p:nvSpPr>
        <p:spPr>
          <a:xfrm>
            <a:off x="9843269" y="5696139"/>
            <a:ext cx="1309265" cy="227101"/>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8" name="Text Placeholder 29">
            <a:extLst>
              <a:ext uri="{FF2B5EF4-FFF2-40B4-BE49-F238E27FC236}">
                <a16:creationId xmlns:a16="http://schemas.microsoft.com/office/drawing/2014/main" id="{0E10B745-876A-A9A3-EF18-7A9CF9AFF08B}"/>
              </a:ext>
            </a:extLst>
          </p:cNvPr>
          <p:cNvSpPr>
            <a:spLocks noGrp="1"/>
          </p:cNvSpPr>
          <p:nvPr>
            <p:ph type="body" sz="quarter" idx="56"/>
          </p:nvPr>
        </p:nvSpPr>
        <p:spPr>
          <a:xfrm>
            <a:off x="9843268" y="5289715"/>
            <a:ext cx="1309271" cy="126569"/>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89" name="Picture Placeholder 25">
            <a:extLst>
              <a:ext uri="{FF2B5EF4-FFF2-40B4-BE49-F238E27FC236}">
                <a16:creationId xmlns:a16="http://schemas.microsoft.com/office/drawing/2014/main" id="{EE69DE36-31A4-1EBD-81A5-DD0A2A14E14B}"/>
              </a:ext>
            </a:extLst>
          </p:cNvPr>
          <p:cNvSpPr>
            <a:spLocks noGrp="1"/>
          </p:cNvSpPr>
          <p:nvPr>
            <p:ph type="pic" sz="quarter" idx="57"/>
          </p:nvPr>
        </p:nvSpPr>
        <p:spPr>
          <a:xfrm>
            <a:off x="8054572" y="3926475"/>
            <a:ext cx="1302503" cy="1252679"/>
          </a:xfrm>
          <a:prstGeom prst="rect">
            <a:avLst/>
          </a:prstGeom>
        </p:spPr>
        <p:txBody>
          <a:bodyPr rtlCol="0"/>
          <a:lstStyle/>
          <a:p>
            <a:pPr rtl="0"/>
            <a:r>
              <a:rPr lang="en-GB" noProof="0"/>
              <a:t>Click icon to add picture</a:t>
            </a:r>
          </a:p>
        </p:txBody>
      </p:sp>
      <p:sp>
        <p:nvSpPr>
          <p:cNvPr id="90" name="Picture Placeholder 25">
            <a:extLst>
              <a:ext uri="{FF2B5EF4-FFF2-40B4-BE49-F238E27FC236}">
                <a16:creationId xmlns:a16="http://schemas.microsoft.com/office/drawing/2014/main" id="{60E41D29-F387-CA39-390A-77DB73AC2940}"/>
              </a:ext>
            </a:extLst>
          </p:cNvPr>
          <p:cNvSpPr>
            <a:spLocks noGrp="1"/>
          </p:cNvSpPr>
          <p:nvPr>
            <p:ph type="pic" sz="quarter" idx="58"/>
          </p:nvPr>
        </p:nvSpPr>
        <p:spPr>
          <a:xfrm>
            <a:off x="9845037" y="3926475"/>
            <a:ext cx="1302503" cy="1252679"/>
          </a:xfrm>
          <a:prstGeom prst="rect">
            <a:avLst/>
          </a:prstGeom>
        </p:spPr>
        <p:txBody>
          <a:bodyPr rtlCol="0"/>
          <a:lstStyle/>
          <a:p>
            <a:pPr rtl="0"/>
            <a:r>
              <a:rPr lang="en-GB" noProof="0"/>
              <a:t>Click icon to add picture</a:t>
            </a:r>
          </a:p>
        </p:txBody>
      </p:sp>
      <p:pic>
        <p:nvPicPr>
          <p:cNvPr id="13" name="Picture 12">
            <a:extLst>
              <a:ext uri="{FF2B5EF4-FFF2-40B4-BE49-F238E27FC236}">
                <a16:creationId xmlns:a16="http://schemas.microsoft.com/office/drawing/2014/main" id="{27B435E6-5252-56D5-2863-20D79120A16B}"/>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0430303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627947" y="1777354"/>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5762481" y="1777354"/>
            <a:ext cx="11102"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7360959" y="3776434"/>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2226425" y="3767051"/>
            <a:ext cx="2136" cy="1956319"/>
          </a:xfrm>
          <a:prstGeom prst="line">
            <a:avLst/>
          </a:prstGeom>
          <a:ln w="165100">
            <a:solidFill>
              <a:srgbClr val="D5D5DF"/>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userDrawn="1">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96" name="Text Placeholder 29">
            <a:extLst>
              <a:ext uri="{FF2B5EF4-FFF2-40B4-BE49-F238E27FC236}">
                <a16:creationId xmlns:a16="http://schemas.microsoft.com/office/drawing/2014/main" id="{FC61536F-8EA7-5A48-AF76-8B0E251BD8CB}"/>
              </a:ext>
            </a:extLst>
          </p:cNvPr>
          <p:cNvSpPr>
            <a:spLocks noGrp="1"/>
          </p:cNvSpPr>
          <p:nvPr userDrawn="1">
            <p:ph type="body" sz="quarter" idx="12"/>
          </p:nvPr>
        </p:nvSpPr>
        <p:spPr>
          <a:xfrm>
            <a:off x="878943" y="2202335"/>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userDrawn="1">
            <p:ph type="body" sz="quarter" idx="11"/>
          </p:nvPr>
        </p:nvSpPr>
        <p:spPr>
          <a:xfrm>
            <a:off x="878943" y="1836165"/>
            <a:ext cx="4033574"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userDrawn="1">
            <p:ph type="body" sz="quarter" idx="30"/>
          </p:nvPr>
        </p:nvSpPr>
        <p:spPr>
          <a:xfrm>
            <a:off x="2513136" y="4355337"/>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userDrawn="1">
            <p:ph type="body" sz="quarter" idx="31"/>
          </p:nvPr>
        </p:nvSpPr>
        <p:spPr>
          <a:xfrm>
            <a:off x="2513136" y="3996044"/>
            <a:ext cx="4033574" cy="205837"/>
          </a:xfrm>
          <a:ln>
            <a:noFill/>
          </a:ln>
        </p:spPr>
        <p:txBody>
          <a:bodyPr vert="horz" lIns="0" tIns="0" rIns="0" bIns="0" rtlCol="0">
            <a:noAutofit/>
          </a:bodyPr>
          <a:lstStyle>
            <a:lvl1pPr marL="0" indent="0">
              <a:spcBef>
                <a:spcPts val="400"/>
              </a:spcBef>
              <a:buNone/>
              <a:defRPr lang="en-US" sz="1800" spc="0" baseline="0" dirty="0">
                <a:solidFill>
                  <a:schemeClr val="bg1"/>
                </a:solidFill>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userDrawn="1">
            <p:ph type="body" sz="quarter" idx="32"/>
          </p:nvPr>
        </p:nvSpPr>
        <p:spPr>
          <a:xfrm>
            <a:off x="7617048" y="4355337"/>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userDrawn="1">
            <p:ph type="body" sz="quarter" idx="33"/>
          </p:nvPr>
        </p:nvSpPr>
        <p:spPr>
          <a:xfrm>
            <a:off x="7617048" y="3996044"/>
            <a:ext cx="4033574" cy="205837"/>
          </a:xfrm>
          <a:ln>
            <a:noFill/>
          </a:ln>
        </p:spPr>
        <p:txBody>
          <a:bodyPr vert="horz" lIns="0" tIns="0" rIns="0" bIns="0" rtlCol="0">
            <a:noAutofit/>
          </a:bodyPr>
          <a:lstStyle>
            <a:lvl1pPr marL="0" indent="0">
              <a:spcBef>
                <a:spcPts val="400"/>
              </a:spcBef>
              <a:buNone/>
              <a:defRPr lang="en-US" sz="1800" spc="0" baseline="0" dirty="0">
                <a:solidFill>
                  <a:schemeClr val="bg1"/>
                </a:solidFill>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userDrawn="1">
            <p:ph type="body" sz="quarter" idx="34"/>
          </p:nvPr>
        </p:nvSpPr>
        <p:spPr>
          <a:xfrm>
            <a:off x="6020131" y="2202335"/>
            <a:ext cx="4033574"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userDrawn="1">
            <p:ph type="body" sz="quarter" idx="35"/>
          </p:nvPr>
        </p:nvSpPr>
        <p:spPr>
          <a:xfrm>
            <a:off x="6020131" y="1836165"/>
            <a:ext cx="4033574"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a:cxnSpLocks/>
          </p:cNvCxnSpPr>
          <p:nvPr userDrawn="1"/>
        </p:nvCxnSpPr>
        <p:spPr>
          <a:xfrm>
            <a:off x="549677" y="3722595"/>
            <a:ext cx="11100945" cy="0"/>
          </a:xfrm>
          <a:prstGeom prst="line">
            <a:avLst/>
          </a:prstGeom>
          <a:ln w="16510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546311" y="3637056"/>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2165522" y="3645827"/>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5680845" y="3637056"/>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7276148" y="3645827"/>
            <a:ext cx="163271" cy="163271"/>
          </a:xfrm>
          <a:prstGeom prst="rect">
            <a:avLst/>
          </a:prstGeom>
          <a:solidFill>
            <a:srgbClr val="5354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Date Placeholder 1">
            <a:extLst>
              <a:ext uri="{FF2B5EF4-FFF2-40B4-BE49-F238E27FC236}">
                <a16:creationId xmlns:a16="http://schemas.microsoft.com/office/drawing/2014/main" id="{21DC2552-C347-4C3D-8C92-4A6981227C0E}"/>
              </a:ext>
            </a:extLst>
          </p:cNvPr>
          <p:cNvSpPr>
            <a:spLocks noGrp="1"/>
          </p:cNvSpPr>
          <p:nvPr userDrawn="1">
            <p:ph type="dt" sz="half" idx="36"/>
          </p:nvPr>
        </p:nvSpPr>
        <p:spPr>
          <a:xfrm>
            <a:off x="2992120" y="6332220"/>
            <a:ext cx="1313180" cy="247651"/>
          </a:xfrm>
          <a:prstGeom prst="rect">
            <a:avLst/>
          </a:prstGeom>
        </p:spPr>
        <p:txBody>
          <a:bodyPr rtlCol="0"/>
          <a:lstStyle/>
          <a:p>
            <a:pPr rtl="0"/>
            <a:fld id="{D33AD83D-9671-4762-AF03-9C719A9CD695}"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userDrawn="1">
            <p:ph type="ftr" sz="quarter" idx="37"/>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userDrawn="1">
            <p:ph type="sldNum" sz="quarter" idx="38"/>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latin typeface="+mn-lt"/>
            </a:endParaRPr>
          </a:p>
        </p:txBody>
      </p:sp>
      <p:pic>
        <p:nvPicPr>
          <p:cNvPr id="7" name="Picture 6">
            <a:extLst>
              <a:ext uri="{FF2B5EF4-FFF2-40B4-BE49-F238E27FC236}">
                <a16:creationId xmlns:a16="http://schemas.microsoft.com/office/drawing/2014/main" id="{3455B5B7-51B9-71CB-E785-A3D3189C516F}"/>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613572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2 Col">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a:xfrm>
            <a:off x="2992120" y="6332220"/>
            <a:ext cx="1313180" cy="247651"/>
          </a:xfrm>
          <a:prstGeom prst="rect">
            <a:avLst/>
          </a:prstGeom>
        </p:spPr>
        <p:txBody>
          <a:bodyPr rtlCol="0"/>
          <a:lstStyle/>
          <a:p>
            <a:pPr rtl="0"/>
            <a:fld id="{F88F5F63-8808-4375-85CE-D0FAFA3BBE65}"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79544167-5866-98C5-DC16-116C8E9952B0}"/>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4269903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 col">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a:xfrm>
            <a:off x="2992120" y="6332220"/>
            <a:ext cx="1313180" cy="247651"/>
          </a:xfrm>
          <a:prstGeom prst="rect">
            <a:avLst/>
          </a:prstGeom>
        </p:spPr>
        <p:txBody>
          <a:bodyPr rtlCol="0"/>
          <a:lstStyle/>
          <a:p>
            <a:pPr rtl="0"/>
            <a:fld id="{6D17C7AE-DC41-4D6E-8CE7-A0296D62536F}"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7" name="Picture 6">
            <a:extLst>
              <a:ext uri="{FF2B5EF4-FFF2-40B4-BE49-F238E27FC236}">
                <a16:creationId xmlns:a16="http://schemas.microsoft.com/office/drawing/2014/main" id="{3870029F-B734-B0C4-F6B7-8D39645FA395}"/>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860043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 col">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1"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1" y="2799146"/>
            <a:ext cx="2252254"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3591198"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3591197" y="2799146"/>
            <a:ext cx="2262750"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6246329"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6246329" y="2799146"/>
            <a:ext cx="2252254"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3591197"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6246328"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a:xfrm>
            <a:off x="2992120" y="6332220"/>
            <a:ext cx="1313180" cy="247651"/>
          </a:xfrm>
          <a:prstGeom prst="rect">
            <a:avLst/>
          </a:prstGeom>
        </p:spPr>
        <p:txBody>
          <a:bodyPr rtlCol="0"/>
          <a:lstStyle/>
          <a:p>
            <a:pPr rtl="0"/>
            <a:fld id="{6D17C7AE-DC41-4D6E-8CE7-A0296D62536F}" type="datetime3">
              <a:rPr lang="en-GB" noProof="0" smtClean="0">
                <a:latin typeface="+mn-lt"/>
              </a:rPr>
              <a:t>19 April, 2026</a:t>
            </a:fld>
            <a:endParaRPr lang="en-GB" noProof="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sp>
        <p:nvSpPr>
          <p:cNvPr id="8" name="Text Placeholder 2">
            <a:extLst>
              <a:ext uri="{FF2B5EF4-FFF2-40B4-BE49-F238E27FC236}">
                <a16:creationId xmlns:a16="http://schemas.microsoft.com/office/drawing/2014/main" id="{2403E782-2C94-7600-3243-FF70CDF7C71D}"/>
              </a:ext>
            </a:extLst>
          </p:cNvPr>
          <p:cNvSpPr>
            <a:spLocks noGrp="1"/>
          </p:cNvSpPr>
          <p:nvPr>
            <p:ph type="body" idx="17"/>
          </p:nvPr>
        </p:nvSpPr>
        <p:spPr>
          <a:xfrm>
            <a:off x="8901460" y="2300156"/>
            <a:ext cx="2252254" cy="404216"/>
          </a:xfrm>
          <a:prstGeom prst="rect">
            <a:avLst/>
          </a:prstGeom>
        </p:spPr>
        <p:txBody>
          <a:bodyPr vert="horz" lIns="0" tIns="0" rIns="0" bIns="0" rtlCol="0" anchor="t" anchorCtr="0">
            <a:normAutofit/>
          </a:bodyPr>
          <a:lstStyle>
            <a:lvl1pPr marL="0" indent="0">
              <a:buNone/>
              <a:defRPr lang="en-US" sz="1800" spc="0" baseline="0" dirty="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a:t>Click to edit Master text styles</a:t>
            </a:r>
          </a:p>
        </p:txBody>
      </p:sp>
      <p:sp>
        <p:nvSpPr>
          <p:cNvPr id="9" name="Content Placeholder 3">
            <a:extLst>
              <a:ext uri="{FF2B5EF4-FFF2-40B4-BE49-F238E27FC236}">
                <a16:creationId xmlns:a16="http://schemas.microsoft.com/office/drawing/2014/main" id="{336E1E24-4FFE-AC4B-8433-6081AB169393}"/>
              </a:ext>
            </a:extLst>
          </p:cNvPr>
          <p:cNvSpPr>
            <a:spLocks noGrp="1"/>
          </p:cNvSpPr>
          <p:nvPr>
            <p:ph sz="half" idx="18"/>
          </p:nvPr>
        </p:nvSpPr>
        <p:spPr>
          <a:xfrm>
            <a:off x="8901460" y="2799146"/>
            <a:ext cx="2252254"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a:t>Click to edit Master text styles</a:t>
            </a:r>
          </a:p>
        </p:txBody>
      </p:sp>
      <p:cxnSp>
        <p:nvCxnSpPr>
          <p:cNvPr id="10" name="Straight Connector 9">
            <a:extLst>
              <a:ext uri="{FF2B5EF4-FFF2-40B4-BE49-F238E27FC236}">
                <a16:creationId xmlns:a16="http://schemas.microsoft.com/office/drawing/2014/main" id="{E58C22E3-D960-9715-D357-944B76C62691}"/>
              </a:ext>
            </a:extLst>
          </p:cNvPr>
          <p:cNvCxnSpPr>
            <a:cxnSpLocks/>
          </p:cNvCxnSpPr>
          <p:nvPr userDrawn="1"/>
        </p:nvCxnSpPr>
        <p:spPr>
          <a:xfrm>
            <a:off x="8901459" y="1939108"/>
            <a:ext cx="1582560" cy="898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A72AB0FD-D650-667F-D17A-C5BBC143C1D4}"/>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38079752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GB" noProof="0"/>
              <a:t>Click to edit Master text styles</a:t>
            </a:r>
          </a:p>
        </p:txBody>
      </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GB" noProof="0"/>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bg1"/>
                </a:solidFill>
                <a:latin typeface="+mj-lt"/>
              </a:defRPr>
            </a:lvl1pPr>
            <a:lvl2pPr>
              <a:buNone/>
              <a:defRPr/>
            </a:lvl2pPr>
            <a:lvl3pPr>
              <a:buNone/>
              <a:defRPr/>
            </a:lvl3pPr>
            <a:lvl4pPr>
              <a:buNone/>
              <a:defRPr/>
            </a:lvl4pPr>
            <a:lvl5pPr>
              <a:buNone/>
              <a:defRPr/>
            </a:lvl5pPr>
          </a:lstStyle>
          <a:p>
            <a:pPr lvl="0" rtl="0"/>
            <a:r>
              <a:rPr lang="en-GB" noProof="0"/>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a:xfrm>
            <a:off x="2992120" y="6332220"/>
            <a:ext cx="1313180" cy="247651"/>
          </a:xfrm>
          <a:prstGeom prst="rect">
            <a:avLst/>
          </a:prstGeom>
        </p:spPr>
        <p:txBody>
          <a:bodyPr rtlCol="0"/>
          <a:lstStyle/>
          <a:p>
            <a:pPr rtl="0"/>
            <a:fld id="{0971D3F5-C297-4F98-9679-48877DEF0EC7}" type="datetime3">
              <a:rPr lang="en-GB" noProof="0" smtClean="0">
                <a:latin typeface="+mn-lt"/>
              </a:rPr>
              <a:t>19 April, 2026</a:t>
            </a:fld>
            <a:endParaRPr lang="en-GB" noProof="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a:xfrm>
            <a:off x="1494790" y="6332220"/>
            <a:ext cx="1497330" cy="247651"/>
          </a:xfrm>
          <a:prstGeom prst="rect">
            <a:avLst/>
          </a:prstGeom>
        </p:spPr>
        <p:txBody>
          <a:bodyPr rtlCol="0"/>
          <a:lstStyle/>
          <a:p>
            <a:pPr rtl="0"/>
            <a:r>
              <a:rPr lang="en-GB" noProof="0"/>
              <a:t>ChangeCo</a:t>
            </a:r>
            <a:endParaRPr lang="en-GB" b="0" noProof="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a:xfrm>
            <a:off x="971550" y="6332220"/>
            <a:ext cx="523240" cy="247651"/>
          </a:xfrm>
          <a:prstGeom prst="rect">
            <a:avLst/>
          </a:prstGeom>
        </p:spPr>
        <p:txBody>
          <a:bodyPr rtlCol="0"/>
          <a:lstStyle/>
          <a:p>
            <a:pPr rtl="0"/>
            <a:fld id="{294A09A9-5501-47C1-A89A-A340965A2BE2}" type="slidenum">
              <a:rPr lang="en-GB" noProof="0" smtClean="0"/>
              <a:pPr rtl="0"/>
              <a:t>‹#›</a:t>
            </a:fld>
            <a:endParaRPr lang="en-GB" noProof="0"/>
          </a:p>
        </p:txBody>
      </p:sp>
      <p:pic>
        <p:nvPicPr>
          <p:cNvPr id="9" name="Picture 8">
            <a:extLst>
              <a:ext uri="{FF2B5EF4-FFF2-40B4-BE49-F238E27FC236}">
                <a16:creationId xmlns:a16="http://schemas.microsoft.com/office/drawing/2014/main" id="{D3842EDE-CF98-BF39-7668-907A2CB6D0BA}"/>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13403723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GB" noProof="0"/>
              <a:t>Click icon to add picture</a:t>
            </a:r>
          </a:p>
        </p:txBody>
      </p:sp>
      <p:pic>
        <p:nvPicPr>
          <p:cNvPr id="3" name="Picture 2">
            <a:extLst>
              <a:ext uri="{FF2B5EF4-FFF2-40B4-BE49-F238E27FC236}">
                <a16:creationId xmlns:a16="http://schemas.microsoft.com/office/drawing/2014/main" id="{1869FBF8-8E4F-B74A-8DBE-1B74536438E4}"/>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3461307171"/>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Thank you">
    <p:bg>
      <p:bgPr>
        <a:solidFill>
          <a:schemeClr val="tx1"/>
        </a:solidFill>
        <a:effectLst/>
      </p:bgPr>
    </p:bg>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4190549" y="2361016"/>
            <a:ext cx="7365725"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4190549" y="1039355"/>
            <a:ext cx="7365725"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4179026" y="2003621"/>
            <a:ext cx="2133600" cy="3992"/>
          </a:xfrm>
          <a:prstGeom prst="line">
            <a:avLst/>
          </a:prstGeom>
          <a:ln w="101600">
            <a:solidFill>
              <a:srgbClr val="D5D5DF"/>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3753394" cy="6858000"/>
          </a:xfrm>
        </p:spPr>
        <p:txBody>
          <a:bodyPr rtlCol="0"/>
          <a:lstStyle/>
          <a:p>
            <a:pPr rtl="0"/>
            <a:r>
              <a:rPr lang="en-GB" noProof="0"/>
              <a:t>Click icon to add picture</a:t>
            </a:r>
          </a:p>
        </p:txBody>
      </p:sp>
      <p:pic>
        <p:nvPicPr>
          <p:cNvPr id="3" name="Picture 2">
            <a:extLst>
              <a:ext uri="{FF2B5EF4-FFF2-40B4-BE49-F238E27FC236}">
                <a16:creationId xmlns:a16="http://schemas.microsoft.com/office/drawing/2014/main" id="{609F89D4-DC76-2BEB-C499-E6A0EE66DBC6}"/>
              </a:ext>
            </a:extLst>
          </p:cNvPr>
          <p:cNvPicPr>
            <a:picLocks noChangeAspect="1"/>
          </p:cNvPicPr>
          <p:nvPr userDrawn="1"/>
        </p:nvPicPr>
        <p:blipFill>
          <a:blip r:embed="rId2"/>
          <a:stretch>
            <a:fillRect/>
          </a:stretch>
        </p:blipFill>
        <p:spPr>
          <a:xfrm>
            <a:off x="10950152" y="88984"/>
            <a:ext cx="1092662" cy="714952"/>
          </a:xfrm>
          <a:prstGeom prst="rect">
            <a:avLst/>
          </a:prstGeom>
        </p:spPr>
      </p:pic>
    </p:spTree>
    <p:extLst>
      <p:ext uri="{BB962C8B-B14F-4D97-AF65-F5344CB8AC3E}">
        <p14:creationId xmlns:p14="http://schemas.microsoft.com/office/powerpoint/2010/main" val="2303829649"/>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E6D0B52-FCEF-5B6E-20E8-273EE0DB7F31}"/>
              </a:ext>
            </a:extLst>
          </p:cNvPr>
          <p:cNvGraphicFramePr>
            <a:graphicFrameLocks noChangeAspect="1"/>
          </p:cNvGraphicFramePr>
          <p:nvPr userDrawn="1">
            <p:custDataLst>
              <p:tags r:id="rId1"/>
            </p:custDataLst>
            <p:extLst>
              <p:ext uri="{D42A27DB-BD31-4B8C-83A1-F6EECF244321}">
                <p14:modId xmlns:p14="http://schemas.microsoft.com/office/powerpoint/2010/main" val="747149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5E6D0B52-FCEF-5B6E-20E8-273EE0DB7F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3CC702B-DD00-F924-19CF-17E32D24848D}"/>
              </a:ext>
            </a:extLst>
          </p:cNvPr>
          <p:cNvSpPr>
            <a:spLocks noGrp="1"/>
          </p:cNvSpPr>
          <p:nvPr>
            <p:ph type="ctrTitle"/>
          </p:nvPr>
        </p:nvSpPr>
        <p:spPr>
          <a:xfrm>
            <a:off x="723013" y="4596122"/>
            <a:ext cx="9144000" cy="10983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lvl1pPr>
              <a:defRPr lang="en-GB" sz="3672" spc="103">
                <a:solidFill>
                  <a:srgbClr val="606161"/>
                </a:solidFill>
                <a:latin typeface="Franklin Gothic Medium" panose="020B0603020102020204"/>
              </a:defRPr>
            </a:lvl1pPr>
          </a:lstStyle>
          <a:p>
            <a:pPr marL="0" lvl="0" defTabSz="932665">
              <a:spcAft>
                <a:spcPts val="600"/>
              </a:spcAft>
            </a:pPr>
            <a:r>
              <a:rPr lang="en-GB"/>
              <a:t>Click to edit Master title style</a:t>
            </a:r>
          </a:p>
        </p:txBody>
      </p:sp>
      <p:sp>
        <p:nvSpPr>
          <p:cNvPr id="15" name="Subtitle 2">
            <a:extLst>
              <a:ext uri="{FF2B5EF4-FFF2-40B4-BE49-F238E27FC236}">
                <a16:creationId xmlns:a16="http://schemas.microsoft.com/office/drawing/2014/main" id="{2D6FD6C2-626C-D0E2-1A4C-BB9D14DB74D0}"/>
              </a:ext>
            </a:extLst>
          </p:cNvPr>
          <p:cNvSpPr txBox="1">
            <a:spLocks/>
          </p:cNvSpPr>
          <p:nvPr userDrawn="1"/>
        </p:nvSpPr>
        <p:spPr>
          <a:xfrm>
            <a:off x="723013" y="5257800"/>
            <a:ext cx="9144000" cy="436712"/>
          </a:xfrm>
          <a:prstGeom prst="rect">
            <a:avLst/>
          </a:prstGeom>
          <a:noFill/>
          <a:ln w="1905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normAutofit fontScale="92500" lnSpcReduction="10000"/>
          </a:bodyPr>
          <a:lstStyle>
            <a:lvl1pPr marL="0" indent="0" algn="l" defTabSz="914377" rtl="0" eaLnBrk="1" latinLnBrk="0" hangingPunct="1">
              <a:lnSpc>
                <a:spcPct val="90000"/>
              </a:lnSpc>
              <a:spcBef>
                <a:spcPts val="1000"/>
              </a:spcBef>
              <a:buFont typeface="Arial" panose="020B0604020202020204" pitchFamily="34" charset="0"/>
              <a:buNone/>
              <a:defRPr lang="en-GB" sz="2856" b="1" kern="1200" dirty="0">
                <a:solidFill>
                  <a:srgbClr val="9599A1"/>
                </a:solidFill>
                <a:latin typeface="Franklin Gothic Book" panose="020B0503020102020204" pitchFamily="34" charset="0"/>
                <a:ea typeface="+mn-ea"/>
                <a:cs typeface="Arial" pitchFamily="34" charset="0"/>
              </a:defRPr>
            </a:lvl1pPr>
            <a:lvl2pPr marL="447675" indent="-177800" algn="l" defTabSz="914377" rtl="0" eaLnBrk="1" latinLnBrk="0" hangingPunct="1">
              <a:lnSpc>
                <a:spcPct val="90000"/>
              </a:lnSpc>
              <a:spcBef>
                <a:spcPts val="500"/>
              </a:spcBef>
              <a:buFont typeface="Arial" panose="020B0604020202020204" pitchFamily="34" charset="0"/>
              <a:buChar char="•"/>
              <a:defRPr sz="1600" kern="1200">
                <a:solidFill>
                  <a:schemeClr val="lt1"/>
                </a:solidFill>
                <a:latin typeface="+mn-lt"/>
                <a:ea typeface="+mn-ea"/>
                <a:cs typeface="+mn-cs"/>
              </a:defRPr>
            </a:lvl2pPr>
            <a:lvl3pPr marL="806450" indent="-177800" algn="l" defTabSz="914377"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defTabSz="932665">
              <a:spcAft>
                <a:spcPts val="600"/>
              </a:spcAft>
            </a:pPr>
            <a:r>
              <a:rPr lang="en-GB"/>
              <a:t>Click to edit Master subtitle style</a:t>
            </a:r>
          </a:p>
        </p:txBody>
      </p:sp>
      <p:grpSp>
        <p:nvGrpSpPr>
          <p:cNvPr id="16" name="Group 15">
            <a:extLst>
              <a:ext uri="{FF2B5EF4-FFF2-40B4-BE49-F238E27FC236}">
                <a16:creationId xmlns:a16="http://schemas.microsoft.com/office/drawing/2014/main" id="{189BA036-3A1B-C415-86B1-2FDC705DC7F8}"/>
              </a:ext>
            </a:extLst>
          </p:cNvPr>
          <p:cNvGrpSpPr/>
          <p:nvPr userDrawn="1"/>
        </p:nvGrpSpPr>
        <p:grpSpPr>
          <a:xfrm>
            <a:off x="0" y="-61369"/>
            <a:ext cx="12192000" cy="4257464"/>
            <a:chOff x="0" y="-61369"/>
            <a:chExt cx="12192000" cy="4257464"/>
          </a:xfrm>
        </p:grpSpPr>
        <p:sp>
          <p:nvSpPr>
            <p:cNvPr id="17" name="Rectangle 16">
              <a:extLst>
                <a:ext uri="{FF2B5EF4-FFF2-40B4-BE49-F238E27FC236}">
                  <a16:creationId xmlns:a16="http://schemas.microsoft.com/office/drawing/2014/main" id="{DF6418C8-F386-2761-205F-63F79B54BE79}"/>
                </a:ext>
              </a:extLst>
            </p:cNvPr>
            <p:cNvSpPr/>
            <p:nvPr/>
          </p:nvSpPr>
          <p:spPr>
            <a:xfrm>
              <a:off x="0" y="-61369"/>
              <a:ext cx="12192000" cy="4257464"/>
            </a:xfrm>
            <a:prstGeom prst="rect">
              <a:avLst/>
            </a:prstGeom>
            <a:solidFill>
              <a:srgbClr val="6061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sz="1200">
                <a:solidFill>
                  <a:srgbClr val="FFFFFF"/>
                </a:solidFill>
                <a:latin typeface="Verdana"/>
              </a:endParaRPr>
            </a:p>
          </p:txBody>
        </p:sp>
        <p:pic>
          <p:nvPicPr>
            <p:cNvPr id="18" name="Picture 17" descr="A screenshot of a computer&#10;&#10;Description automatically generated">
              <a:extLst>
                <a:ext uri="{FF2B5EF4-FFF2-40B4-BE49-F238E27FC236}">
                  <a16:creationId xmlns:a16="http://schemas.microsoft.com/office/drawing/2014/main" id="{3BD819B8-B325-446A-3FCE-CED15E05A11C}"/>
                </a:ext>
              </a:extLst>
            </p:cNvPr>
            <p:cNvPicPr>
              <a:picLocks noChangeAspect="1"/>
            </p:cNvPicPr>
            <p:nvPr/>
          </p:nvPicPr>
          <p:blipFill rotWithShape="1">
            <a:blip r:embed="rId5">
              <a:extLst>
                <a:ext uri="{28A0092B-C50C-407E-A947-70E740481C1C}">
                  <a14:useLocalDpi xmlns:a14="http://schemas.microsoft.com/office/drawing/2010/main" val="0"/>
                </a:ext>
              </a:extLst>
            </a:blip>
            <a:srcRect l="41451" t="35869" r="28854" b="29296"/>
            <a:stretch/>
          </p:blipFill>
          <p:spPr>
            <a:xfrm>
              <a:off x="3858295" y="267411"/>
              <a:ext cx="4475409" cy="3281378"/>
            </a:xfrm>
            <a:prstGeom prst="rect">
              <a:avLst/>
            </a:prstGeom>
          </p:spPr>
        </p:pic>
      </p:grpSp>
    </p:spTree>
    <p:extLst>
      <p:ext uri="{BB962C8B-B14F-4D97-AF65-F5344CB8AC3E}">
        <p14:creationId xmlns:p14="http://schemas.microsoft.com/office/powerpoint/2010/main" val="9394438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105F817-C729-060F-6550-134AC1B20694}"/>
              </a:ext>
            </a:extLst>
          </p:cNvPr>
          <p:cNvGraphicFramePr>
            <a:graphicFrameLocks noChangeAspect="1"/>
          </p:cNvGraphicFramePr>
          <p:nvPr userDrawn="1">
            <p:custDataLst>
              <p:tags r:id="rId1"/>
            </p:custDataLst>
            <p:extLst>
              <p:ext uri="{D42A27DB-BD31-4B8C-83A1-F6EECF244321}">
                <p14:modId xmlns:p14="http://schemas.microsoft.com/office/powerpoint/2010/main" val="28997851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3105F817-C729-060F-6550-134AC1B206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Footer Placeholder 4">
            <a:extLst>
              <a:ext uri="{FF2B5EF4-FFF2-40B4-BE49-F238E27FC236}">
                <a16:creationId xmlns:a16="http://schemas.microsoft.com/office/drawing/2014/main" id="{F9730372-17CD-0D3A-6F9F-7B096D5CB788}"/>
              </a:ext>
            </a:extLst>
          </p:cNvPr>
          <p:cNvSpPr>
            <a:spLocks noGrp="1"/>
          </p:cNvSpPr>
          <p:nvPr>
            <p:ph type="ftr" sz="quarter" idx="11"/>
          </p:nvPr>
        </p:nvSpPr>
        <p:spPr>
          <a:xfrm>
            <a:off x="1258157" y="6356354"/>
            <a:ext cx="7352444" cy="365125"/>
          </a:xfrm>
          <a:prstGeom prst="rect">
            <a:avLst/>
          </a:prstGeom>
        </p:spPr>
        <p:txBody>
          <a:bodyPr/>
          <a:lstStyle/>
          <a:p>
            <a:r>
              <a:rPr lang="en-GB"/>
              <a:t>Source</a:t>
            </a:r>
          </a:p>
        </p:txBody>
      </p:sp>
      <p:sp>
        <p:nvSpPr>
          <p:cNvPr id="6" name="Slide Number Placeholder 5">
            <a:extLst>
              <a:ext uri="{FF2B5EF4-FFF2-40B4-BE49-F238E27FC236}">
                <a16:creationId xmlns:a16="http://schemas.microsoft.com/office/drawing/2014/main" id="{3D0FCABD-B50C-293C-F9AD-F30B6DE14BFC}"/>
              </a:ext>
            </a:extLst>
          </p:cNvPr>
          <p:cNvSpPr>
            <a:spLocks noGrp="1"/>
          </p:cNvSpPr>
          <p:nvPr>
            <p:ph type="sldNum" sz="quarter" idx="12"/>
          </p:nvPr>
        </p:nvSpPr>
        <p:spPr>
          <a:xfrm>
            <a:off x="8610601" y="6356354"/>
            <a:ext cx="2474437" cy="365125"/>
          </a:xfrm>
        </p:spPr>
        <p:txBody>
          <a:bodyPr/>
          <a:lstStyle/>
          <a:p>
            <a:fld id="{37810B06-E25B-4B27-AAC2-833B7DE29022}" type="slidenum">
              <a:rPr lang="en-GB" smtClean="0"/>
              <a:t>‹#›</a:t>
            </a:fld>
            <a:endParaRPr lang="en-GB"/>
          </a:p>
        </p:txBody>
      </p:sp>
      <p:sp>
        <p:nvSpPr>
          <p:cNvPr id="24" name="Title 1">
            <a:extLst>
              <a:ext uri="{FF2B5EF4-FFF2-40B4-BE49-F238E27FC236}">
                <a16:creationId xmlns:a16="http://schemas.microsoft.com/office/drawing/2014/main" id="{557B2EDE-43BD-ACF1-15D3-EF83A87F0233}"/>
              </a:ext>
            </a:extLst>
          </p:cNvPr>
          <p:cNvSpPr>
            <a:spLocks noGrp="1"/>
          </p:cNvSpPr>
          <p:nvPr>
            <p:ph type="title"/>
          </p:nvPr>
        </p:nvSpPr>
        <p:spPr>
          <a:xfrm>
            <a:off x="263525" y="381153"/>
            <a:ext cx="9826879" cy="1132369"/>
          </a:xfrm>
          <a:prstGeom prst="rect">
            <a:avLst/>
          </a:prstGeom>
        </p:spPr>
        <p:txBody>
          <a:bodyPr vert="horz"/>
          <a:lstStyle/>
          <a:p>
            <a:r>
              <a:rPr lang="en-GB"/>
              <a:t>Click to edit Master title style</a:t>
            </a:r>
          </a:p>
        </p:txBody>
      </p:sp>
      <p:sp>
        <p:nvSpPr>
          <p:cNvPr id="26" name="Content Placeholder 2">
            <a:extLst>
              <a:ext uri="{FF2B5EF4-FFF2-40B4-BE49-F238E27FC236}">
                <a16:creationId xmlns:a16="http://schemas.microsoft.com/office/drawing/2014/main" id="{4CE43B3C-0CDA-B37E-B51E-BF511D8D0C2E}"/>
              </a:ext>
            </a:extLst>
          </p:cNvPr>
          <p:cNvSpPr>
            <a:spLocks noGrp="1"/>
          </p:cNvSpPr>
          <p:nvPr>
            <p:ph idx="1"/>
          </p:nvPr>
        </p:nvSpPr>
        <p:spPr>
          <a:xfrm>
            <a:off x="263525" y="1701135"/>
            <a:ext cx="9826880" cy="4467605"/>
          </a:xfrm>
          <a:prstGeom prst="rect">
            <a:avLst/>
          </a:prstGeom>
        </p:spPr>
        <p:txBody>
          <a:bodyPr/>
          <a:lstStyle>
            <a:lvl1pPr>
              <a:defRPr b="0">
                <a:latin typeface="Franklin Gothic Book" panose="020B0503020102020204" pitchFamily="34" charset="0"/>
              </a:defRPr>
            </a:lvl1pPr>
            <a:lvl3pPr marL="914400" indent="-285750">
              <a:buSzPct val="70000"/>
              <a:buFont typeface="Courier New" panose="02070309020205020404" pitchFamily="49" charset="0"/>
              <a:buChar char="o"/>
              <a:defRPr/>
            </a:lvl3pPr>
            <a:lvl4pPr marL="1163638" indent="-176213">
              <a:buFont typeface="Wingdings" panose="05000000000000000000" pitchFamily="2" charset="2"/>
              <a:buChar char="§"/>
              <a:defRPr sz="1600">
                <a:latin typeface="Franklin Gothic Book" panose="020B0503020102020204" pitchFamily="34" charset="0"/>
              </a:defRPr>
            </a:lvl4pPr>
            <a:lvl5pPr marL="1522413" indent="-176213">
              <a:defRPr sz="1600">
                <a:latin typeface="Franklin Gothic Book" panose="020B05030201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2215382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1F4B43E-319D-8D59-C5BE-6C60545345F6}"/>
              </a:ext>
            </a:extLst>
          </p:cNvPr>
          <p:cNvGraphicFramePr>
            <a:graphicFrameLocks noChangeAspect="1"/>
          </p:cNvGraphicFramePr>
          <p:nvPr userDrawn="1">
            <p:custDataLst>
              <p:tags r:id="rId1"/>
            </p:custDataLst>
            <p:extLst>
              <p:ext uri="{D42A27DB-BD31-4B8C-83A1-F6EECF244321}">
                <p14:modId xmlns:p14="http://schemas.microsoft.com/office/powerpoint/2010/main" val="27626355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10" name="think-cell data - do not delete" hidden="1">
                        <a:extLst>
                          <a:ext uri="{FF2B5EF4-FFF2-40B4-BE49-F238E27FC236}">
                            <a16:creationId xmlns:a16="http://schemas.microsoft.com/office/drawing/2014/main" id="{E1F4B43E-319D-8D59-C5BE-6C60545345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AF182F57-1160-A3FD-BBE4-B2FF5F01E2CD}"/>
              </a:ext>
            </a:extLst>
          </p:cNvPr>
          <p:cNvSpPr>
            <a:spLocks noGrp="1"/>
          </p:cNvSpPr>
          <p:nvPr>
            <p:ph sz="half" idx="1"/>
          </p:nvPr>
        </p:nvSpPr>
        <p:spPr>
          <a:xfrm>
            <a:off x="263525" y="1751906"/>
            <a:ext cx="4685442" cy="4454868"/>
          </a:xfrm>
          <a:prstGeom prst="rect">
            <a:avLst/>
          </a:prstGeom>
        </p:spPr>
        <p:txBody>
          <a:bodyPr/>
          <a:lstStyle>
            <a:lvl1pPr>
              <a:defRPr b="0">
                <a:latin typeface="Franklin Gothic Book" panose="020B0503020102020204" pitchFamily="34" charset="0"/>
              </a:defRPr>
            </a:lvl1pPr>
            <a:lvl3pPr marL="914400" indent="-285750">
              <a:buSzPct val="70000"/>
              <a:buFont typeface="Courier New" panose="02070309020205020404" pitchFamily="49" charset="0"/>
              <a:buChar char="o"/>
              <a:defRPr/>
            </a:lvl3pPr>
            <a:lvl4pPr marL="1163638" indent="-176213">
              <a:buFont typeface="Wingdings" panose="05000000000000000000" pitchFamily="2" charset="2"/>
              <a:buChar char="§"/>
              <a:defRPr sz="1600">
                <a:latin typeface="Franklin Gothic Book" panose="020B0503020102020204" pitchFamily="34" charset="0"/>
              </a:defRPr>
            </a:lvl4pPr>
            <a:lvl5pPr marL="1522413" indent="-176213">
              <a:defRPr sz="1600">
                <a:latin typeface="Franklin Gothic Book" panose="020B0503020102020204"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edit Master text styles</a:t>
            </a:r>
          </a:p>
          <a:p>
            <a:pPr marL="0" marR="0" lvl="1"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Second level</a:t>
            </a:r>
          </a:p>
          <a:p>
            <a:pPr marL="0" marR="0" lvl="2"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Third level</a:t>
            </a:r>
          </a:p>
          <a:p>
            <a:pPr marL="0" marR="0" lvl="3"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Fourth level</a:t>
            </a:r>
          </a:p>
          <a:p>
            <a:pPr marL="0" marR="0" lvl="4"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Fifth level</a:t>
            </a:r>
            <a:endParaRPr kumimoji="0" lang="en-GB" sz="1600" b="1" i="0" u="none" strike="noStrike" kern="1200" cap="none" spc="0" normalizeH="0" baseline="0" noProof="0">
              <a:ln>
                <a:noFill/>
              </a:ln>
              <a:solidFill>
                <a:srgbClr val="606161"/>
              </a:solidFill>
              <a:effectLst/>
              <a:uLnTx/>
              <a:uFillTx/>
              <a:latin typeface="Franklin Gothic Medium" panose="020B0603020102020204" pitchFamily="34" charset="0"/>
              <a:ea typeface="+mn-ea"/>
              <a:cs typeface="+mn-cs"/>
            </a:endParaRPr>
          </a:p>
        </p:txBody>
      </p:sp>
      <p:sp>
        <p:nvSpPr>
          <p:cNvPr id="6" name="Footer Placeholder 5">
            <a:extLst>
              <a:ext uri="{FF2B5EF4-FFF2-40B4-BE49-F238E27FC236}">
                <a16:creationId xmlns:a16="http://schemas.microsoft.com/office/drawing/2014/main" id="{8D14E374-0832-1067-8485-0546DDD6F0CE}"/>
              </a:ext>
            </a:extLst>
          </p:cNvPr>
          <p:cNvSpPr>
            <a:spLocks noGrp="1"/>
          </p:cNvSpPr>
          <p:nvPr>
            <p:ph type="ftr" sz="quarter" idx="11"/>
          </p:nvPr>
        </p:nvSpPr>
        <p:spPr>
          <a:xfrm>
            <a:off x="838199" y="6356354"/>
            <a:ext cx="7315202" cy="365125"/>
          </a:xfrm>
          <a:prstGeom prst="rect">
            <a:avLst/>
          </a:prstGeom>
        </p:spPr>
        <p:txBody>
          <a:bodyPr/>
          <a:lstStyle/>
          <a:p>
            <a:r>
              <a:rPr lang="en-GB"/>
              <a:t>Source</a:t>
            </a:r>
          </a:p>
        </p:txBody>
      </p:sp>
      <p:sp>
        <p:nvSpPr>
          <p:cNvPr id="7" name="Slide Number Placeholder 6">
            <a:extLst>
              <a:ext uri="{FF2B5EF4-FFF2-40B4-BE49-F238E27FC236}">
                <a16:creationId xmlns:a16="http://schemas.microsoft.com/office/drawing/2014/main" id="{F5E2A686-A663-2D66-9687-EC21D685CBE4}"/>
              </a:ext>
            </a:extLst>
          </p:cNvPr>
          <p:cNvSpPr>
            <a:spLocks noGrp="1"/>
          </p:cNvSpPr>
          <p:nvPr>
            <p:ph type="sldNum" sz="quarter" idx="12"/>
          </p:nvPr>
        </p:nvSpPr>
        <p:spPr/>
        <p:txBody>
          <a:bodyPr/>
          <a:lstStyle/>
          <a:p>
            <a:fld id="{37810B06-E25B-4B27-AAC2-833B7DE29022}" type="slidenum">
              <a:rPr lang="en-GB" smtClean="0"/>
              <a:t>‹#›</a:t>
            </a:fld>
            <a:endParaRPr lang="en-GB"/>
          </a:p>
        </p:txBody>
      </p:sp>
      <p:sp>
        <p:nvSpPr>
          <p:cNvPr id="8" name="Title 1">
            <a:extLst>
              <a:ext uri="{FF2B5EF4-FFF2-40B4-BE49-F238E27FC236}">
                <a16:creationId xmlns:a16="http://schemas.microsoft.com/office/drawing/2014/main" id="{D4FD5CDF-8778-1502-46D1-E7C66E589D23}"/>
              </a:ext>
            </a:extLst>
          </p:cNvPr>
          <p:cNvSpPr>
            <a:spLocks noGrp="1"/>
          </p:cNvSpPr>
          <p:nvPr>
            <p:ph type="title"/>
          </p:nvPr>
        </p:nvSpPr>
        <p:spPr>
          <a:xfrm>
            <a:off x="263525" y="381000"/>
            <a:ext cx="9826879" cy="1132369"/>
          </a:xfrm>
          <a:prstGeom prst="rect">
            <a:avLst/>
          </a:prstGeom>
        </p:spPr>
        <p:txBody>
          <a:bodyPr vert="horz"/>
          <a:lstStyle/>
          <a:p>
            <a:r>
              <a:rPr lang="en-GB"/>
              <a:t>Click to edit Master title style</a:t>
            </a:r>
          </a:p>
        </p:txBody>
      </p:sp>
      <p:sp>
        <p:nvSpPr>
          <p:cNvPr id="12" name="Content Placeholder 2">
            <a:extLst>
              <a:ext uri="{FF2B5EF4-FFF2-40B4-BE49-F238E27FC236}">
                <a16:creationId xmlns:a16="http://schemas.microsoft.com/office/drawing/2014/main" id="{3BC5B98B-E7B2-2078-6050-A7AAC8B897DB}"/>
              </a:ext>
            </a:extLst>
          </p:cNvPr>
          <p:cNvSpPr>
            <a:spLocks noGrp="1"/>
          </p:cNvSpPr>
          <p:nvPr>
            <p:ph sz="half" idx="13"/>
          </p:nvPr>
        </p:nvSpPr>
        <p:spPr>
          <a:xfrm>
            <a:off x="5905500" y="1751906"/>
            <a:ext cx="4685442" cy="4467605"/>
          </a:xfrm>
          <a:prstGeom prst="rect">
            <a:avLst/>
          </a:prstGeom>
        </p:spPr>
        <p:txBody>
          <a:bodyPr/>
          <a:lstStyle>
            <a:lvl1pPr>
              <a:defRPr>
                <a:latin typeface="Franklin Gothic Book" panose="020B0503020102020204" pitchFamily="34" charset="0"/>
              </a:defRPr>
            </a:lvl1pPr>
            <a:lvl3pPr marL="914400" indent="-285750">
              <a:buSzPct val="70000"/>
              <a:buFont typeface="Courier New" panose="02070309020205020404" pitchFamily="49" charset="0"/>
              <a:buChar char="o"/>
              <a:defRPr/>
            </a:lvl3pPr>
            <a:lvl4pPr marL="1163638" indent="-176213">
              <a:buFont typeface="Wingdings" panose="05000000000000000000" pitchFamily="2" charset="2"/>
              <a:buChar char="§"/>
              <a:defRPr sz="1600">
                <a:latin typeface="Franklin Gothic Book" panose="020B0503020102020204" pitchFamily="34" charset="0"/>
              </a:defRPr>
            </a:lvl4pPr>
            <a:lvl5pPr marL="1522413" indent="-176213">
              <a:defRPr sz="1600">
                <a:latin typeface="Franklin Gothic Book" panose="020B0503020102020204"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edit Master text styles</a:t>
            </a:r>
          </a:p>
          <a:p>
            <a:pPr marL="0" marR="0" lvl="1"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Second level</a:t>
            </a:r>
          </a:p>
          <a:p>
            <a:pPr marL="0" marR="0" lvl="2"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Third level</a:t>
            </a:r>
          </a:p>
          <a:p>
            <a:pPr marL="0" marR="0" lvl="3"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Fourth level</a:t>
            </a:r>
          </a:p>
          <a:p>
            <a:pPr marL="0" marR="0" lvl="4"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Fifth level</a:t>
            </a:r>
            <a:endParaRPr kumimoji="0" lang="en-GB" sz="1600" b="1" i="0" u="none" strike="noStrike" kern="1200" cap="none" spc="0" normalizeH="0" baseline="0" noProof="0">
              <a:ln>
                <a:noFill/>
              </a:ln>
              <a:solidFill>
                <a:srgbClr val="606161"/>
              </a:solidFill>
              <a:effectLst/>
              <a:uLnTx/>
              <a:uFillTx/>
              <a:latin typeface="Franklin Gothic Medium" panose="020B0603020102020204" pitchFamily="34" charset="0"/>
              <a:ea typeface="+mn-ea"/>
              <a:cs typeface="+mn-cs"/>
            </a:endParaRPr>
          </a:p>
        </p:txBody>
      </p:sp>
    </p:spTree>
    <p:extLst>
      <p:ext uri="{BB962C8B-B14F-4D97-AF65-F5344CB8AC3E}">
        <p14:creationId xmlns:p14="http://schemas.microsoft.com/office/powerpoint/2010/main" val="28962580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5_Introduction">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GB" noProof="0"/>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263525" y="876300"/>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Master title style</a:t>
            </a:r>
          </a:p>
        </p:txBody>
      </p: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263525" y="2276104"/>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Master text styles</a:t>
            </a:r>
          </a:p>
        </p:txBody>
      </p:sp>
      <p:pic>
        <p:nvPicPr>
          <p:cNvPr id="7" name="Picture 6">
            <a:extLst>
              <a:ext uri="{FF2B5EF4-FFF2-40B4-BE49-F238E27FC236}">
                <a16:creationId xmlns:a16="http://schemas.microsoft.com/office/drawing/2014/main" id="{606243D1-EDFE-BAB8-356A-F62E8572734E}"/>
              </a:ext>
            </a:extLst>
          </p:cNvPr>
          <p:cNvPicPr>
            <a:picLocks noChangeAspect="1"/>
          </p:cNvPicPr>
          <p:nvPr userDrawn="1"/>
        </p:nvPicPr>
        <p:blipFill>
          <a:blip r:embed="rId2"/>
          <a:stretch>
            <a:fillRect/>
          </a:stretch>
        </p:blipFill>
        <p:spPr>
          <a:xfrm>
            <a:off x="10950152" y="95121"/>
            <a:ext cx="1092662" cy="714952"/>
          </a:xfrm>
          <a:prstGeom prst="rect">
            <a:avLst/>
          </a:prstGeom>
        </p:spPr>
      </p:pic>
    </p:spTree>
    <p:extLst>
      <p:ext uri="{BB962C8B-B14F-4D97-AF65-F5344CB8AC3E}">
        <p14:creationId xmlns:p14="http://schemas.microsoft.com/office/powerpoint/2010/main" val="1249281988"/>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tags" Target="../tags/tag1.xml"/><Relationship Id="rId5" Type="http://schemas.openxmlformats.org/officeDocument/2006/relationships/slideLayout" Target="../slideLayouts/slideLayout16.xml"/><Relationship Id="rId61" Type="http://schemas.openxmlformats.org/officeDocument/2006/relationships/image" Target="../media/image1.emf"/><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tags" Target="../tags/tag2.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oleObject" Target="../embeddings/oleObject1.bin"/><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3601E9-27EB-77F7-73F1-B0C05E9B3E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9A4690-6F9E-3113-13E1-2D4422B2E4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4E2EDF7-1391-D180-B70C-5160FF97DC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440123-D161-4248-B067-76EA303AF58D}" type="datetimeFigureOut">
              <a:rPr lang="en-GB" smtClean="0"/>
              <a:t>19/04/2026</a:t>
            </a:fld>
            <a:endParaRPr lang="en-GB"/>
          </a:p>
        </p:txBody>
      </p:sp>
      <p:sp>
        <p:nvSpPr>
          <p:cNvPr id="5" name="Footer Placeholder 4">
            <a:extLst>
              <a:ext uri="{FF2B5EF4-FFF2-40B4-BE49-F238E27FC236}">
                <a16:creationId xmlns:a16="http://schemas.microsoft.com/office/drawing/2014/main" id="{7C5AF9D3-3854-440A-BE65-170C6BC442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BEE4E57-1110-3CAA-2308-A414A74E07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097242-0D5B-447A-AED5-468E77E7FB99}" type="slidenum">
              <a:rPr lang="en-GB" smtClean="0"/>
              <a:t>‹#›</a:t>
            </a:fld>
            <a:endParaRPr lang="en-GB"/>
          </a:p>
        </p:txBody>
      </p:sp>
    </p:spTree>
    <p:extLst>
      <p:ext uri="{BB962C8B-B14F-4D97-AF65-F5344CB8AC3E}">
        <p14:creationId xmlns:p14="http://schemas.microsoft.com/office/powerpoint/2010/main" val="662862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84D19E7-26B6-9E03-D356-16947F653F82}"/>
              </a:ext>
            </a:extLst>
          </p:cNvPr>
          <p:cNvGraphicFramePr>
            <a:graphicFrameLocks noChangeAspect="1"/>
          </p:cNvGraphicFramePr>
          <p:nvPr>
            <p:custDataLst>
              <p:tags r:id="rId58"/>
            </p:custDataLst>
            <p:extLst>
              <p:ext uri="{D42A27DB-BD31-4B8C-83A1-F6EECF244321}">
                <p14:modId xmlns:p14="http://schemas.microsoft.com/office/powerpoint/2010/main" val="1744532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0" imgW="454" imgH="456" progId="TCLayout.ActiveDocument.1">
                  <p:embed/>
                </p:oleObj>
              </mc:Choice>
              <mc:Fallback>
                <p:oleObj name="think-cell Slide" r:id="rId60" imgW="454" imgH="456" progId="TCLayout.ActiveDocument.1">
                  <p:embed/>
                  <p:pic>
                    <p:nvPicPr>
                      <p:cNvPr id="5" name="think-cell data - do not delete" hidden="1">
                        <a:extLst>
                          <a:ext uri="{FF2B5EF4-FFF2-40B4-BE49-F238E27FC236}">
                            <a16:creationId xmlns:a16="http://schemas.microsoft.com/office/drawing/2014/main" id="{E84D19E7-26B6-9E03-D356-16947F653F82}"/>
                          </a:ext>
                        </a:extLst>
                      </p:cNvPr>
                      <p:cNvPicPr/>
                      <p:nvPr/>
                    </p:nvPicPr>
                    <p:blipFill>
                      <a:blip r:embed="rId61"/>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259773" y="1837500"/>
            <a:ext cx="1167097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263525" y="381000"/>
            <a:ext cx="11670969" cy="1325563"/>
          </a:xfrm>
          <a:prstGeom prst="rect">
            <a:avLst/>
          </a:prstGeom>
        </p:spPr>
        <p:txBody>
          <a:bodyPr vert="horz" lIns="91440" tIns="45720" rIns="91440" bIns="45720" rtlCol="0" anchor="ctr">
            <a:normAutofit/>
          </a:bodyPr>
          <a:lstStyle/>
          <a:p>
            <a:pPr rtl="0"/>
            <a:r>
              <a:rPr lang="en-GB" noProof="0"/>
              <a:t>Click to edit Master title style</a:t>
            </a:r>
          </a:p>
        </p:txBody>
      </p:sp>
      <p:sp>
        <p:nvSpPr>
          <p:cNvPr id="2" name="Slide Number Placeholder 5">
            <a:extLst>
              <a:ext uri="{FF2B5EF4-FFF2-40B4-BE49-F238E27FC236}">
                <a16:creationId xmlns:a16="http://schemas.microsoft.com/office/drawing/2014/main" id="{245044C5-A2A1-A27D-44D4-87888FC04ABA}"/>
              </a:ext>
            </a:extLst>
          </p:cNvPr>
          <p:cNvSpPr>
            <a:spLocks noGrp="1"/>
          </p:cNvSpPr>
          <p:nvPr>
            <p:ph type="sldNum" sz="quarter" idx="4"/>
          </p:nvPr>
        </p:nvSpPr>
        <p:spPr>
          <a:xfrm>
            <a:off x="11571601" y="6555672"/>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n-GB" noProof="0" smtClean="0"/>
              <a:pPr rtl="0"/>
              <a:t>‹#›</a:t>
            </a:fld>
            <a:endParaRPr lang="en-GB" noProof="0">
              <a:latin typeface="+mn-lt"/>
            </a:endParaRPr>
          </a:p>
        </p:txBody>
      </p:sp>
      <p:graphicFrame>
        <p:nvGraphicFramePr>
          <p:cNvPr id="4" name="think-cell data - do not delete" hidden="1">
            <a:extLst>
              <a:ext uri="{FF2B5EF4-FFF2-40B4-BE49-F238E27FC236}">
                <a16:creationId xmlns:a16="http://schemas.microsoft.com/office/drawing/2014/main" id="{C1491107-B856-9E05-3980-DF1DBD14FB9B}"/>
              </a:ext>
            </a:extLst>
          </p:cNvPr>
          <p:cNvGraphicFramePr>
            <a:graphicFrameLocks noChangeAspect="1"/>
          </p:cNvGraphicFramePr>
          <p:nvPr userDrawn="1">
            <p:custDataLst>
              <p:tags r:id="rId59"/>
            </p:custDataLst>
            <p:extLst>
              <p:ext uri="{D42A27DB-BD31-4B8C-83A1-F6EECF244321}">
                <p14:modId xmlns:p14="http://schemas.microsoft.com/office/powerpoint/2010/main" val="1744532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0" imgW="454" imgH="456" progId="TCLayout.ActiveDocument.1">
                  <p:embed/>
                </p:oleObj>
              </mc:Choice>
              <mc:Fallback>
                <p:oleObj name="think-cell Slide" r:id="rId60" imgW="454" imgH="456" progId="TCLayout.ActiveDocument.1">
                  <p:embed/>
                  <p:pic>
                    <p:nvPicPr>
                      <p:cNvPr id="4" name="think-cell data - do not delete" hidden="1">
                        <a:extLst>
                          <a:ext uri="{FF2B5EF4-FFF2-40B4-BE49-F238E27FC236}">
                            <a16:creationId xmlns:a16="http://schemas.microsoft.com/office/drawing/2014/main" id="{C1491107-B856-9E05-3980-DF1DBD14FB9B}"/>
                          </a:ext>
                        </a:extLst>
                      </p:cNvPr>
                      <p:cNvPicPr/>
                      <p:nvPr/>
                    </p:nvPicPr>
                    <p:blipFill>
                      <a:blip r:embed="rId61"/>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2889489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p:txStyles>
    <p:titleStyle>
      <a:lvl1pPr algn="l" defTabSz="914400" rtl="0" eaLnBrk="1" latinLnBrk="0" hangingPunct="1">
        <a:lnSpc>
          <a:spcPct val="90000"/>
        </a:lnSpc>
        <a:spcBef>
          <a:spcPct val="0"/>
        </a:spcBef>
        <a:buNone/>
        <a:defRPr sz="32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34">
          <p15:clr>
            <a:srgbClr val="547EBF"/>
          </p15:clr>
        </p15:guide>
        <p15:guide id="4" orient="horz" pos="240">
          <p15:clr>
            <a:srgbClr val="547EBF"/>
          </p15:clr>
        </p15:guide>
        <p15:guide id="5" pos="7514">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guide id="18" pos="166">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chart" Target="../charts/chart2.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chart" Target="../charts/chart1.xml"/><Relationship Id="rId2" Type="http://schemas.openxmlformats.org/officeDocument/2006/relationships/tags" Target="../tags/tag13.xml"/><Relationship Id="rId16" Type="http://schemas.openxmlformats.org/officeDocument/2006/relationships/image" Target="../media/image1.emf"/><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oleObject" Target="../embeddings/oleObject5.bin"/><Relationship Id="rId10" Type="http://schemas.openxmlformats.org/officeDocument/2006/relationships/tags" Target="../tags/tag21.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436B-BD85-2FEE-53E3-34A13B4B731F}"/>
              </a:ext>
            </a:extLst>
          </p:cNvPr>
          <p:cNvSpPr>
            <a:spLocks noGrp="1"/>
          </p:cNvSpPr>
          <p:nvPr>
            <p:ph type="ctrTitle"/>
          </p:nvPr>
        </p:nvSpPr>
        <p:spPr/>
        <p:txBody>
          <a:bodyPr/>
          <a:lstStyle/>
          <a:p>
            <a:r>
              <a:rPr lang="en-GB" dirty="0"/>
              <a:t>Lyra – reporting amendments</a:t>
            </a:r>
          </a:p>
        </p:txBody>
      </p:sp>
      <p:sp>
        <p:nvSpPr>
          <p:cNvPr id="3" name="Subtitle 2">
            <a:extLst>
              <a:ext uri="{FF2B5EF4-FFF2-40B4-BE49-F238E27FC236}">
                <a16:creationId xmlns:a16="http://schemas.microsoft.com/office/drawing/2014/main" id="{CB9E9B14-29C5-96E2-92D2-14DF7B98151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52351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C263-6113-A957-EBE3-7E0FA190C41A}"/>
              </a:ext>
            </a:extLst>
          </p:cNvPr>
          <p:cNvSpPr txBox="1"/>
          <p:nvPr/>
        </p:nvSpPr>
        <p:spPr>
          <a:xfrm>
            <a:off x="516048" y="968721"/>
            <a:ext cx="5821378" cy="3693319"/>
          </a:xfrm>
          <a:prstGeom prst="rect">
            <a:avLst/>
          </a:prstGeom>
          <a:noFill/>
        </p:spPr>
        <p:txBody>
          <a:bodyPr wrap="square" rtlCol="0">
            <a:spAutoFit/>
          </a:bodyPr>
          <a:lstStyle/>
          <a:p>
            <a:r>
              <a:rPr lang="en-GB" dirty="0"/>
              <a:t>Create pre-prepared reports in the reports screen using the structure and fields on the following slides for workstream, project and steerco reporting.</a:t>
            </a:r>
          </a:p>
          <a:p>
            <a:endParaRPr lang="en-GB" dirty="0"/>
          </a:p>
          <a:p>
            <a:r>
              <a:rPr lang="en-GB" dirty="0"/>
              <a:t>Change the formatting to be consistent with the lyra formatting provided here</a:t>
            </a:r>
          </a:p>
          <a:p>
            <a:endParaRPr lang="en-GB" dirty="0"/>
          </a:p>
          <a:p>
            <a:r>
              <a:rPr lang="en-GB" dirty="0"/>
              <a:t>These are templates, the data will be populated by the data in the plan and customisable by the user</a:t>
            </a:r>
          </a:p>
          <a:p>
            <a:endParaRPr lang="en-GB" dirty="0"/>
          </a:p>
          <a:p>
            <a:r>
              <a:rPr lang="en-GB" dirty="0"/>
              <a:t>Add options on the report page for the user to select the project/workstream/steerco and date period for the data to be pulled</a:t>
            </a:r>
          </a:p>
        </p:txBody>
      </p:sp>
      <p:pic>
        <p:nvPicPr>
          <p:cNvPr id="3" name="Picture 2">
            <a:extLst>
              <a:ext uri="{FF2B5EF4-FFF2-40B4-BE49-F238E27FC236}">
                <a16:creationId xmlns:a16="http://schemas.microsoft.com/office/drawing/2014/main" id="{069BB13A-1877-C758-7A81-E15956AE2F85}"/>
              </a:ext>
            </a:extLst>
          </p:cNvPr>
          <p:cNvPicPr>
            <a:picLocks noChangeAspect="1"/>
          </p:cNvPicPr>
          <p:nvPr/>
        </p:nvPicPr>
        <p:blipFill>
          <a:blip r:embed="rId2"/>
          <a:stretch>
            <a:fillRect/>
          </a:stretch>
        </p:blipFill>
        <p:spPr>
          <a:xfrm>
            <a:off x="6542089" y="0"/>
            <a:ext cx="2493818" cy="6858000"/>
          </a:xfrm>
          <a:prstGeom prst="rect">
            <a:avLst/>
          </a:prstGeom>
        </p:spPr>
      </p:pic>
      <p:pic>
        <p:nvPicPr>
          <p:cNvPr id="4" name="Picture 3">
            <a:extLst>
              <a:ext uri="{FF2B5EF4-FFF2-40B4-BE49-F238E27FC236}">
                <a16:creationId xmlns:a16="http://schemas.microsoft.com/office/drawing/2014/main" id="{3E43DD1B-544F-0621-9DF6-4919ACD1DD51}"/>
              </a:ext>
            </a:extLst>
          </p:cNvPr>
          <p:cNvPicPr>
            <a:picLocks noChangeAspect="1"/>
          </p:cNvPicPr>
          <p:nvPr/>
        </p:nvPicPr>
        <p:blipFill>
          <a:blip r:embed="rId3"/>
          <a:stretch>
            <a:fillRect/>
          </a:stretch>
        </p:blipFill>
        <p:spPr>
          <a:xfrm>
            <a:off x="9781174" y="165841"/>
            <a:ext cx="2172003" cy="1981477"/>
          </a:xfrm>
          <a:prstGeom prst="rect">
            <a:avLst/>
          </a:prstGeom>
        </p:spPr>
      </p:pic>
    </p:spTree>
    <p:extLst>
      <p:ext uri="{BB962C8B-B14F-4D97-AF65-F5344CB8AC3E}">
        <p14:creationId xmlns:p14="http://schemas.microsoft.com/office/powerpoint/2010/main" val="187788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846B4-F3F7-9B08-70E4-FC6124C8AE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8383EA-E9CC-5608-F411-30E331E533D8}"/>
              </a:ext>
            </a:extLst>
          </p:cNvPr>
          <p:cNvSpPr txBox="1"/>
          <p:nvPr/>
        </p:nvSpPr>
        <p:spPr>
          <a:xfrm>
            <a:off x="416926" y="315884"/>
            <a:ext cx="4437707" cy="369332"/>
          </a:xfrm>
          <a:prstGeom prst="rect">
            <a:avLst/>
          </a:prstGeom>
          <a:noFill/>
        </p:spPr>
        <p:txBody>
          <a:bodyPr wrap="square" rtlCol="0">
            <a:spAutoFit/>
          </a:bodyPr>
          <a:lstStyle/>
          <a:p>
            <a:r>
              <a:rPr lang="en-GB" dirty="0"/>
              <a:t>Report screen changes</a:t>
            </a:r>
          </a:p>
        </p:txBody>
      </p:sp>
      <p:sp>
        <p:nvSpPr>
          <p:cNvPr id="4" name="TextBox 3">
            <a:extLst>
              <a:ext uri="{FF2B5EF4-FFF2-40B4-BE49-F238E27FC236}">
                <a16:creationId xmlns:a16="http://schemas.microsoft.com/office/drawing/2014/main" id="{802899FE-1ED6-EA94-E301-851926518EC8}"/>
              </a:ext>
            </a:extLst>
          </p:cNvPr>
          <p:cNvSpPr txBox="1"/>
          <p:nvPr/>
        </p:nvSpPr>
        <p:spPr>
          <a:xfrm>
            <a:off x="694606" y="4631790"/>
            <a:ext cx="3744017" cy="646331"/>
          </a:xfrm>
          <a:prstGeom prst="rect">
            <a:avLst/>
          </a:prstGeom>
          <a:noFill/>
        </p:spPr>
        <p:txBody>
          <a:bodyPr wrap="square" rtlCol="0">
            <a:spAutoFit/>
          </a:bodyPr>
          <a:lstStyle/>
          <a:p>
            <a:r>
              <a:rPr lang="en-GB" dirty="0"/>
              <a:t>1. User clicks on drop down and sees all columns set up in plan</a:t>
            </a:r>
          </a:p>
        </p:txBody>
      </p:sp>
      <p:sp>
        <p:nvSpPr>
          <p:cNvPr id="20" name="TextBox 19">
            <a:extLst>
              <a:ext uri="{FF2B5EF4-FFF2-40B4-BE49-F238E27FC236}">
                <a16:creationId xmlns:a16="http://schemas.microsoft.com/office/drawing/2014/main" id="{CD41F8B1-32FD-E9F7-62C2-A4F01260A587}"/>
              </a:ext>
            </a:extLst>
          </p:cNvPr>
          <p:cNvSpPr txBox="1"/>
          <p:nvPr/>
        </p:nvSpPr>
        <p:spPr>
          <a:xfrm>
            <a:off x="4086559" y="2568143"/>
            <a:ext cx="2272420" cy="369332"/>
          </a:xfrm>
          <a:prstGeom prst="rect">
            <a:avLst/>
          </a:prstGeom>
          <a:noFill/>
        </p:spPr>
        <p:txBody>
          <a:bodyPr wrap="square" rtlCol="0">
            <a:spAutoFit/>
          </a:bodyPr>
          <a:lstStyle/>
          <a:p>
            <a:r>
              <a:rPr lang="en-GB" dirty="0"/>
              <a:t>Gantt Filter</a:t>
            </a:r>
          </a:p>
        </p:txBody>
      </p:sp>
      <p:cxnSp>
        <p:nvCxnSpPr>
          <p:cNvPr id="22" name="Straight Arrow Connector 21">
            <a:extLst>
              <a:ext uri="{FF2B5EF4-FFF2-40B4-BE49-F238E27FC236}">
                <a16:creationId xmlns:a16="http://schemas.microsoft.com/office/drawing/2014/main" id="{3BFE00DC-B482-A743-0D6F-8D246B094CB0}"/>
              </a:ext>
            </a:extLst>
          </p:cNvPr>
          <p:cNvCxnSpPr>
            <a:cxnSpLocks/>
          </p:cNvCxnSpPr>
          <p:nvPr/>
        </p:nvCxnSpPr>
        <p:spPr>
          <a:xfrm flipV="1">
            <a:off x="3476667" y="3494638"/>
            <a:ext cx="609892" cy="1047442"/>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90C7B96B-9178-4C47-FD5F-B952C74BA09A}"/>
              </a:ext>
            </a:extLst>
          </p:cNvPr>
          <p:cNvGrpSpPr/>
          <p:nvPr/>
        </p:nvGrpSpPr>
        <p:grpSpPr>
          <a:xfrm>
            <a:off x="4104743" y="2902471"/>
            <a:ext cx="7392651" cy="3279218"/>
            <a:chOff x="2635779" y="2822816"/>
            <a:chExt cx="7392651" cy="3279218"/>
          </a:xfrm>
        </p:grpSpPr>
        <p:grpSp>
          <p:nvGrpSpPr>
            <p:cNvPr id="6" name="Group 5">
              <a:extLst>
                <a:ext uri="{FF2B5EF4-FFF2-40B4-BE49-F238E27FC236}">
                  <a16:creationId xmlns:a16="http://schemas.microsoft.com/office/drawing/2014/main" id="{AA5FF803-A91C-25CC-7CDD-E62915A86CC6}"/>
                </a:ext>
              </a:extLst>
            </p:cNvPr>
            <p:cNvGrpSpPr/>
            <p:nvPr/>
          </p:nvGrpSpPr>
          <p:grpSpPr>
            <a:xfrm>
              <a:off x="2635779" y="2822816"/>
              <a:ext cx="7392651" cy="3279218"/>
              <a:chOff x="2635779" y="2822816"/>
              <a:chExt cx="7392651" cy="3279218"/>
            </a:xfrm>
          </p:grpSpPr>
          <p:sp>
            <p:nvSpPr>
              <p:cNvPr id="7" name="Freeform: Shape 6">
                <a:extLst>
                  <a:ext uri="{FF2B5EF4-FFF2-40B4-BE49-F238E27FC236}">
                    <a16:creationId xmlns:a16="http://schemas.microsoft.com/office/drawing/2014/main" id="{1842246A-DB0D-450D-3049-23A89A3877C4}"/>
                  </a:ext>
                </a:extLst>
              </p:cNvPr>
              <p:cNvSpPr/>
              <p:nvPr/>
            </p:nvSpPr>
            <p:spPr>
              <a:xfrm>
                <a:off x="2635779" y="2830181"/>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Select column</a:t>
                </a:r>
              </a:p>
            </p:txBody>
          </p:sp>
          <p:sp>
            <p:nvSpPr>
              <p:cNvPr id="8" name="Freeform: Shape 7">
                <a:extLst>
                  <a:ext uri="{FF2B5EF4-FFF2-40B4-BE49-F238E27FC236}">
                    <a16:creationId xmlns:a16="http://schemas.microsoft.com/office/drawing/2014/main" id="{C4F0EAFC-FCAF-3565-BDB4-C4AE18597C1A}"/>
                  </a:ext>
                </a:extLst>
              </p:cNvPr>
              <p:cNvSpPr/>
              <p:nvPr/>
            </p:nvSpPr>
            <p:spPr>
              <a:xfrm rot="21566179">
                <a:off x="4591879" y="3298851"/>
                <a:ext cx="748612" cy="33354"/>
              </a:xfrm>
              <a:custGeom>
                <a:avLst/>
                <a:gdLst>
                  <a:gd name="csX0" fmla="*/ 0 w 748612"/>
                  <a:gd name="csY0" fmla="*/ 16677 h 33354"/>
                  <a:gd name="csX1" fmla="*/ 748612 w 748612"/>
                  <a:gd name="csY1" fmla="*/ 16677 h 33354"/>
                </a:gdLst>
                <a:ahLst/>
                <a:cxnLst>
                  <a:cxn ang="0">
                    <a:pos x="csX0" y="csY0"/>
                  </a:cxn>
                  <a:cxn ang="0">
                    <a:pos x="csX1" y="csY1"/>
                  </a:cxn>
                </a:cxnLst>
                <a:rect l="l" t="t" r="r" b="b"/>
                <a:pathLst>
                  <a:path w="748612" h="33354">
                    <a:moveTo>
                      <a:pt x="0" y="16677"/>
                    </a:moveTo>
                    <a:lnTo>
                      <a:pt x="748612" y="1667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68290" tIns="-2038" rIns="368291" bIns="-2039"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9" name="Freeform: Shape 8">
                <a:extLst>
                  <a:ext uri="{FF2B5EF4-FFF2-40B4-BE49-F238E27FC236}">
                    <a16:creationId xmlns:a16="http://schemas.microsoft.com/office/drawing/2014/main" id="{4B4968A7-7A64-1E34-8B7C-5F9D453EA2C3}"/>
                  </a:ext>
                </a:extLst>
              </p:cNvPr>
              <p:cNvSpPr/>
              <p:nvPr/>
            </p:nvSpPr>
            <p:spPr>
              <a:xfrm>
                <a:off x="5340474" y="2822816"/>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a:t>
                </a:r>
              </a:p>
            </p:txBody>
          </p:sp>
          <p:sp>
            <p:nvSpPr>
              <p:cNvPr id="10" name="Freeform: Shape 9">
                <a:extLst>
                  <a:ext uri="{FF2B5EF4-FFF2-40B4-BE49-F238E27FC236}">
                    <a16:creationId xmlns:a16="http://schemas.microsoft.com/office/drawing/2014/main" id="{47F8B691-1222-F6D9-BC79-682562E4B2E5}"/>
                  </a:ext>
                </a:extLst>
              </p:cNvPr>
              <p:cNvSpPr/>
              <p:nvPr/>
            </p:nvSpPr>
            <p:spPr>
              <a:xfrm rot="43">
                <a:off x="7296593" y="3295174"/>
                <a:ext cx="773390" cy="33354"/>
              </a:xfrm>
              <a:custGeom>
                <a:avLst/>
                <a:gdLst>
                  <a:gd name="csX0" fmla="*/ 0 w 773390"/>
                  <a:gd name="csY0" fmla="*/ 16677 h 33354"/>
                  <a:gd name="csX1" fmla="*/ 773390 w 773390"/>
                  <a:gd name="csY1" fmla="*/ 16677 h 33354"/>
                </a:gdLst>
                <a:ahLst/>
                <a:cxnLst>
                  <a:cxn ang="0">
                    <a:pos x="csX0" y="csY0"/>
                  </a:cxn>
                  <a:cxn ang="0">
                    <a:pos x="csX1" y="csY1"/>
                  </a:cxn>
                </a:cxnLst>
                <a:rect l="l" t="t" r="r" b="b"/>
                <a:pathLst>
                  <a:path w="773390" h="33354">
                    <a:moveTo>
                      <a:pt x="0" y="16677"/>
                    </a:moveTo>
                    <a:lnTo>
                      <a:pt x="773390"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80059" tIns="-2658" rIns="380061" bIns="-2658"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3" name="Freeform: Shape 12">
                <a:extLst>
                  <a:ext uri="{FF2B5EF4-FFF2-40B4-BE49-F238E27FC236}">
                    <a16:creationId xmlns:a16="http://schemas.microsoft.com/office/drawing/2014/main" id="{1C34442B-DE36-9D7B-6322-FDC1CA00DA4D}"/>
                  </a:ext>
                </a:extLst>
              </p:cNvPr>
              <p:cNvSpPr/>
              <p:nvPr/>
            </p:nvSpPr>
            <p:spPr>
              <a:xfrm>
                <a:off x="8069984" y="2822826"/>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1</a:t>
                </a:r>
              </a:p>
            </p:txBody>
          </p:sp>
          <p:sp>
            <p:nvSpPr>
              <p:cNvPr id="14" name="Freeform: Shape 13">
                <a:extLst>
                  <a:ext uri="{FF2B5EF4-FFF2-40B4-BE49-F238E27FC236}">
                    <a16:creationId xmlns:a16="http://schemas.microsoft.com/office/drawing/2014/main" id="{B71EFF7D-3006-FB54-7255-E90080777AB3}"/>
                  </a:ext>
                </a:extLst>
              </p:cNvPr>
              <p:cNvSpPr/>
              <p:nvPr/>
            </p:nvSpPr>
            <p:spPr>
              <a:xfrm rot="3370353">
                <a:off x="6988659" y="3872209"/>
                <a:ext cx="1389257" cy="33354"/>
              </a:xfrm>
              <a:custGeom>
                <a:avLst/>
                <a:gdLst>
                  <a:gd name="csX0" fmla="*/ 0 w 1389257"/>
                  <a:gd name="csY0" fmla="*/ 16677 h 33354"/>
                  <a:gd name="csX1" fmla="*/ 1389257 w 1389257"/>
                  <a:gd name="csY1" fmla="*/ 16677 h 33354"/>
                </a:gdLst>
                <a:ahLst/>
                <a:cxnLst>
                  <a:cxn ang="0">
                    <a:pos x="csX0" y="csY0"/>
                  </a:cxn>
                  <a:cxn ang="0">
                    <a:pos x="csX1" y="csY1"/>
                  </a:cxn>
                </a:cxnLst>
                <a:rect l="l" t="t" r="r" b="b"/>
                <a:pathLst>
                  <a:path w="1389257" h="33354">
                    <a:moveTo>
                      <a:pt x="0" y="16677"/>
                    </a:moveTo>
                    <a:lnTo>
                      <a:pt x="1389257"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72597" tIns="-18055" rIns="672597" bIns="-18054"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5" name="Freeform: Shape 14">
                <a:extLst>
                  <a:ext uri="{FF2B5EF4-FFF2-40B4-BE49-F238E27FC236}">
                    <a16:creationId xmlns:a16="http://schemas.microsoft.com/office/drawing/2014/main" id="{E1DD15E7-2A2F-F7C3-92FE-839C6D1684FB}"/>
                  </a:ext>
                </a:extLst>
              </p:cNvPr>
              <p:cNvSpPr/>
              <p:nvPr/>
            </p:nvSpPr>
            <p:spPr>
              <a:xfrm>
                <a:off x="8069984" y="3976897"/>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2</a:t>
                </a:r>
              </a:p>
            </p:txBody>
          </p:sp>
          <p:sp>
            <p:nvSpPr>
              <p:cNvPr id="16" name="Freeform: Shape 15">
                <a:extLst>
                  <a:ext uri="{FF2B5EF4-FFF2-40B4-BE49-F238E27FC236}">
                    <a16:creationId xmlns:a16="http://schemas.microsoft.com/office/drawing/2014/main" id="{492045B4-A487-143F-2689-0F894FE2B98E}"/>
                  </a:ext>
                </a:extLst>
              </p:cNvPr>
              <p:cNvSpPr/>
              <p:nvPr/>
            </p:nvSpPr>
            <p:spPr>
              <a:xfrm rot="4282265">
                <a:off x="6470258" y="4445748"/>
                <a:ext cx="2428388" cy="33354"/>
              </a:xfrm>
              <a:custGeom>
                <a:avLst/>
                <a:gdLst>
                  <a:gd name="csX0" fmla="*/ 0 w 2428388"/>
                  <a:gd name="csY0" fmla="*/ 16677 h 33354"/>
                  <a:gd name="csX1" fmla="*/ 2428388 w 2428388"/>
                  <a:gd name="csY1" fmla="*/ 16677 h 33354"/>
                </a:gdLst>
                <a:ahLst/>
                <a:cxnLst>
                  <a:cxn ang="0">
                    <a:pos x="csX0" y="csY0"/>
                  </a:cxn>
                  <a:cxn ang="0">
                    <a:pos x="csX1" y="csY1"/>
                  </a:cxn>
                </a:cxnLst>
                <a:rect l="l" t="t" r="r" b="b"/>
                <a:pathLst>
                  <a:path w="2428388" h="33354">
                    <a:moveTo>
                      <a:pt x="0" y="16677"/>
                    </a:moveTo>
                    <a:lnTo>
                      <a:pt x="2428388" y="16677"/>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166184" tIns="-44032" rIns="1166184" bIns="-44034" numCol="1" spcCol="1270" anchor="ctr" anchorCtr="0">
                <a:noAutofit/>
              </a:bodyPr>
              <a:lstStyle/>
              <a:p>
                <a:pPr marL="0" lvl="0" indent="0" algn="ctr" defTabSz="355600">
                  <a:lnSpc>
                    <a:spcPct val="90000"/>
                  </a:lnSpc>
                  <a:spcBef>
                    <a:spcPct val="0"/>
                  </a:spcBef>
                  <a:spcAft>
                    <a:spcPct val="35000"/>
                  </a:spcAft>
                  <a:buNone/>
                </a:pPr>
                <a:endParaRPr lang="en-GB" sz="800" kern="1200"/>
              </a:p>
            </p:txBody>
          </p:sp>
          <p:sp>
            <p:nvSpPr>
              <p:cNvPr id="17" name="Freeform: Shape 16">
                <a:extLst>
                  <a:ext uri="{FF2B5EF4-FFF2-40B4-BE49-F238E27FC236}">
                    <a16:creationId xmlns:a16="http://schemas.microsoft.com/office/drawing/2014/main" id="{6F761893-115A-6C3B-F255-34BED2187403}"/>
                  </a:ext>
                </a:extLst>
              </p:cNvPr>
              <p:cNvSpPr/>
              <p:nvPr/>
            </p:nvSpPr>
            <p:spPr>
              <a:xfrm>
                <a:off x="8072311" y="5123975"/>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Programme n</a:t>
                </a:r>
              </a:p>
            </p:txBody>
          </p:sp>
          <p:sp>
            <p:nvSpPr>
              <p:cNvPr id="18" name="Freeform: Shape 17">
                <a:extLst>
                  <a:ext uri="{FF2B5EF4-FFF2-40B4-BE49-F238E27FC236}">
                    <a16:creationId xmlns:a16="http://schemas.microsoft.com/office/drawing/2014/main" id="{486925CE-FA00-20BD-147E-C6BF87468510}"/>
                  </a:ext>
                </a:extLst>
              </p:cNvPr>
              <p:cNvSpPr/>
              <p:nvPr/>
            </p:nvSpPr>
            <p:spPr>
              <a:xfrm rot="3370854">
                <a:off x="4293698" y="3861235"/>
                <a:ext cx="1344974" cy="33354"/>
              </a:xfrm>
              <a:custGeom>
                <a:avLst/>
                <a:gdLst>
                  <a:gd name="csX0" fmla="*/ 0 w 1344974"/>
                  <a:gd name="csY0" fmla="*/ 16677 h 33354"/>
                  <a:gd name="csX1" fmla="*/ 1344974 w 1344974"/>
                  <a:gd name="csY1" fmla="*/ 16677 h 33354"/>
                </a:gdLst>
                <a:ahLst/>
                <a:cxnLst>
                  <a:cxn ang="0">
                    <a:pos x="csX0" y="csY0"/>
                  </a:cxn>
                  <a:cxn ang="0">
                    <a:pos x="csX1" y="csY1"/>
                  </a:cxn>
                </a:cxnLst>
                <a:rect l="l" t="t" r="r" b="b"/>
                <a:pathLst>
                  <a:path w="1344974" h="33354">
                    <a:moveTo>
                      <a:pt x="0" y="16677"/>
                    </a:moveTo>
                    <a:lnTo>
                      <a:pt x="1344974" y="16677"/>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651563" tIns="-16947" rIns="651562" bIns="-16947" numCol="1" spcCol="1270" anchor="ctr" anchorCtr="0">
                <a:noAutofit/>
              </a:bodyPr>
              <a:lstStyle/>
              <a:p>
                <a:pPr marL="0" lvl="0" indent="0" algn="ctr" defTabSz="222250">
                  <a:lnSpc>
                    <a:spcPct val="90000"/>
                  </a:lnSpc>
                  <a:spcBef>
                    <a:spcPct val="0"/>
                  </a:spcBef>
                  <a:spcAft>
                    <a:spcPct val="35000"/>
                  </a:spcAft>
                  <a:buNone/>
                </a:pPr>
                <a:endParaRPr lang="en-GB" sz="500" kern="1200"/>
              </a:p>
            </p:txBody>
          </p:sp>
          <p:sp>
            <p:nvSpPr>
              <p:cNvPr id="19" name="Freeform: Shape 18">
                <a:extLst>
                  <a:ext uri="{FF2B5EF4-FFF2-40B4-BE49-F238E27FC236}">
                    <a16:creationId xmlns:a16="http://schemas.microsoft.com/office/drawing/2014/main" id="{94FA5162-615F-66C0-7C57-BAE642F7AA4A}"/>
                  </a:ext>
                </a:extLst>
              </p:cNvPr>
              <p:cNvSpPr/>
              <p:nvPr/>
            </p:nvSpPr>
            <p:spPr>
              <a:xfrm>
                <a:off x="5340474" y="3947585"/>
                <a:ext cx="1956119" cy="978059"/>
              </a:xfrm>
              <a:custGeom>
                <a:avLst/>
                <a:gdLst>
                  <a:gd name="csX0" fmla="*/ 0 w 1956119"/>
                  <a:gd name="csY0" fmla="*/ 97806 h 978059"/>
                  <a:gd name="csX1" fmla="*/ 97806 w 1956119"/>
                  <a:gd name="csY1" fmla="*/ 0 h 978059"/>
                  <a:gd name="csX2" fmla="*/ 1858313 w 1956119"/>
                  <a:gd name="csY2" fmla="*/ 0 h 978059"/>
                  <a:gd name="csX3" fmla="*/ 1956119 w 1956119"/>
                  <a:gd name="csY3" fmla="*/ 97806 h 978059"/>
                  <a:gd name="csX4" fmla="*/ 1956119 w 1956119"/>
                  <a:gd name="csY4" fmla="*/ 880253 h 978059"/>
                  <a:gd name="csX5" fmla="*/ 1858313 w 1956119"/>
                  <a:gd name="csY5" fmla="*/ 978059 h 978059"/>
                  <a:gd name="csX6" fmla="*/ 97806 w 1956119"/>
                  <a:gd name="csY6" fmla="*/ 978059 h 978059"/>
                  <a:gd name="csX7" fmla="*/ 0 w 1956119"/>
                  <a:gd name="csY7" fmla="*/ 880253 h 978059"/>
                  <a:gd name="csX8" fmla="*/ 0 w 1956119"/>
                  <a:gd name="csY8" fmla="*/ 97806 h 9780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6119" h="978059">
                    <a:moveTo>
                      <a:pt x="0" y="97806"/>
                    </a:moveTo>
                    <a:cubicBezTo>
                      <a:pt x="0" y="43789"/>
                      <a:pt x="43789" y="0"/>
                      <a:pt x="97806" y="0"/>
                    </a:cubicBezTo>
                    <a:lnTo>
                      <a:pt x="1858313" y="0"/>
                    </a:lnTo>
                    <a:cubicBezTo>
                      <a:pt x="1912330" y="0"/>
                      <a:pt x="1956119" y="43789"/>
                      <a:pt x="1956119" y="97806"/>
                    </a:cubicBezTo>
                    <a:lnTo>
                      <a:pt x="1956119" y="880253"/>
                    </a:lnTo>
                    <a:cubicBezTo>
                      <a:pt x="1956119" y="934270"/>
                      <a:pt x="1912330" y="978059"/>
                      <a:pt x="1858313" y="978059"/>
                    </a:cubicBezTo>
                    <a:lnTo>
                      <a:pt x="97806" y="978059"/>
                    </a:lnTo>
                    <a:cubicBezTo>
                      <a:pt x="43789" y="978059"/>
                      <a:pt x="0" y="934270"/>
                      <a:pt x="0" y="880253"/>
                    </a:cubicBezTo>
                    <a:lnTo>
                      <a:pt x="0" y="9780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4996" tIns="34996" rIns="34996" bIns="34996" numCol="1" spcCol="1270" anchor="ctr" anchorCtr="0">
                <a:noAutofit/>
              </a:bodyPr>
              <a:lstStyle/>
              <a:p>
                <a:pPr marL="0" lvl="0" indent="0" algn="ctr" defTabSz="444500">
                  <a:lnSpc>
                    <a:spcPct val="90000"/>
                  </a:lnSpc>
                  <a:spcBef>
                    <a:spcPct val="0"/>
                  </a:spcBef>
                  <a:spcAft>
                    <a:spcPct val="35000"/>
                  </a:spcAft>
                  <a:buNone/>
                </a:pPr>
                <a:r>
                  <a:rPr lang="en-GB" sz="1000" kern="1200" dirty="0"/>
                  <a:t>Project</a:t>
                </a:r>
              </a:p>
            </p:txBody>
          </p:sp>
        </p:grpSp>
        <p:sp>
          <p:nvSpPr>
            <p:cNvPr id="25" name="Isosceles Triangle 24">
              <a:extLst>
                <a:ext uri="{FF2B5EF4-FFF2-40B4-BE49-F238E27FC236}">
                  <a16:creationId xmlns:a16="http://schemas.microsoft.com/office/drawing/2014/main" id="{3F16CEAB-6173-25D3-BF94-37A2CFCD54CE}"/>
                </a:ext>
              </a:extLst>
            </p:cNvPr>
            <p:cNvSpPr/>
            <p:nvPr/>
          </p:nvSpPr>
          <p:spPr>
            <a:xfrm rot="10800000">
              <a:off x="4063085" y="3045102"/>
              <a:ext cx="407405" cy="529651"/>
            </a:xfrm>
            <a:prstGeom prst="triangl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TextBox 26">
            <a:extLst>
              <a:ext uri="{FF2B5EF4-FFF2-40B4-BE49-F238E27FC236}">
                <a16:creationId xmlns:a16="http://schemas.microsoft.com/office/drawing/2014/main" id="{0E24A77E-BBF8-2FF4-FAC8-412B66EAED9F}"/>
              </a:ext>
            </a:extLst>
          </p:cNvPr>
          <p:cNvSpPr txBox="1"/>
          <p:nvPr/>
        </p:nvSpPr>
        <p:spPr>
          <a:xfrm>
            <a:off x="5244923" y="639503"/>
            <a:ext cx="5677827" cy="1477328"/>
          </a:xfrm>
          <a:prstGeom prst="rect">
            <a:avLst/>
          </a:prstGeom>
          <a:noFill/>
        </p:spPr>
        <p:txBody>
          <a:bodyPr wrap="square" rtlCol="0">
            <a:spAutoFit/>
          </a:bodyPr>
          <a:lstStyle/>
          <a:p>
            <a:r>
              <a:rPr lang="en-GB" dirty="0"/>
              <a:t>2. List of all columns set up in plan appears.  When user hovers on item, contents of column appears for user to select. If many items in list, user clicks on column name </a:t>
            </a:r>
            <a:r>
              <a:rPr lang="en-GB" dirty="0" err="1"/>
              <a:t>e.g</a:t>
            </a:r>
            <a:r>
              <a:rPr lang="en-GB" dirty="0"/>
              <a:t> project and then can search or type project name. can multi select</a:t>
            </a:r>
          </a:p>
        </p:txBody>
      </p:sp>
      <p:cxnSp>
        <p:nvCxnSpPr>
          <p:cNvPr id="28" name="Straight Arrow Connector 27">
            <a:extLst>
              <a:ext uri="{FF2B5EF4-FFF2-40B4-BE49-F238E27FC236}">
                <a16:creationId xmlns:a16="http://schemas.microsoft.com/office/drawing/2014/main" id="{63C17DC0-89B5-19F3-61DA-E800871B4F4C}"/>
              </a:ext>
            </a:extLst>
          </p:cNvPr>
          <p:cNvCxnSpPr>
            <a:cxnSpLocks/>
          </p:cNvCxnSpPr>
          <p:nvPr/>
        </p:nvCxnSpPr>
        <p:spPr>
          <a:xfrm>
            <a:off x="7523430" y="2116831"/>
            <a:ext cx="0" cy="685913"/>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61F84F62-2698-48E8-2569-D997A6DC6FE9}"/>
              </a:ext>
            </a:extLst>
          </p:cNvPr>
          <p:cNvPicPr>
            <a:picLocks noChangeAspect="1"/>
          </p:cNvPicPr>
          <p:nvPr/>
        </p:nvPicPr>
        <p:blipFill>
          <a:blip r:embed="rId2"/>
          <a:stretch>
            <a:fillRect/>
          </a:stretch>
        </p:blipFill>
        <p:spPr>
          <a:xfrm>
            <a:off x="348806" y="853403"/>
            <a:ext cx="3162741" cy="3429479"/>
          </a:xfrm>
          <a:prstGeom prst="rect">
            <a:avLst/>
          </a:prstGeom>
          <a:ln>
            <a:solidFill>
              <a:schemeClr val="bg1">
                <a:lumMod val="65000"/>
              </a:schemeClr>
            </a:solidFill>
          </a:ln>
        </p:spPr>
      </p:pic>
      <p:sp>
        <p:nvSpPr>
          <p:cNvPr id="34" name="Oval 33">
            <a:extLst>
              <a:ext uri="{FF2B5EF4-FFF2-40B4-BE49-F238E27FC236}">
                <a16:creationId xmlns:a16="http://schemas.microsoft.com/office/drawing/2014/main" id="{F9666FAD-2F65-B99E-0411-D12FB77BF855}"/>
              </a:ext>
            </a:extLst>
          </p:cNvPr>
          <p:cNvSpPr/>
          <p:nvPr/>
        </p:nvSpPr>
        <p:spPr>
          <a:xfrm>
            <a:off x="624689" y="2661719"/>
            <a:ext cx="923454" cy="713105"/>
          </a:xfrm>
          <a:prstGeom prst="ellipse">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E6796978-E696-6B2B-C7EC-967970BE3D52}"/>
              </a:ext>
            </a:extLst>
          </p:cNvPr>
          <p:cNvCxnSpPr>
            <a:cxnSpLocks/>
          </p:cNvCxnSpPr>
          <p:nvPr/>
        </p:nvCxnSpPr>
        <p:spPr>
          <a:xfrm flipV="1">
            <a:off x="694606" y="3124756"/>
            <a:ext cx="1021401" cy="2678515"/>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A22A8A4-1D39-235A-7FED-1C8439E1E461}"/>
              </a:ext>
            </a:extLst>
          </p:cNvPr>
          <p:cNvSpPr txBox="1"/>
          <p:nvPr/>
        </p:nvSpPr>
        <p:spPr>
          <a:xfrm>
            <a:off x="267584" y="5837927"/>
            <a:ext cx="3744017" cy="646331"/>
          </a:xfrm>
          <a:prstGeom prst="rect">
            <a:avLst/>
          </a:prstGeom>
          <a:noFill/>
        </p:spPr>
        <p:txBody>
          <a:bodyPr wrap="square" rtlCol="0">
            <a:spAutoFit/>
          </a:bodyPr>
          <a:lstStyle/>
          <a:p>
            <a:r>
              <a:rPr lang="en-GB" dirty="0"/>
              <a:t>This is the equivalent of the list of all the columns </a:t>
            </a:r>
          </a:p>
        </p:txBody>
      </p:sp>
    </p:spTree>
    <p:extLst>
      <p:ext uri="{BB962C8B-B14F-4D97-AF65-F5344CB8AC3E}">
        <p14:creationId xmlns:p14="http://schemas.microsoft.com/office/powerpoint/2010/main" val="1728212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C60C7-AB4F-1A8D-793D-39D6D98BC85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1FB672-8BF6-61FA-0AF1-82DA31EF93D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ranklin Gothic Book" panose="020B0503020102020204"/>
                <a:ea typeface="+mn-ea"/>
                <a:cs typeface="+mn-cs"/>
              </a:rPr>
              <a:t>Source</a:t>
            </a:r>
          </a:p>
        </p:txBody>
      </p:sp>
      <p:sp>
        <p:nvSpPr>
          <p:cNvPr id="3" name="Slide Number Placeholder 2">
            <a:extLst>
              <a:ext uri="{FF2B5EF4-FFF2-40B4-BE49-F238E27FC236}">
                <a16:creationId xmlns:a16="http://schemas.microsoft.com/office/drawing/2014/main" id="{3A679A95-7200-230E-D203-79DA06A3F32F}"/>
              </a:ext>
            </a:extLst>
          </p:cNvPr>
          <p:cNvSpPr>
            <a:spLocks noGrp="1"/>
          </p:cNvSpPr>
          <p:nvPr>
            <p:ph type="sldNum" sz="quarter" idx="12"/>
          </p:nvPr>
        </p:nvSpPr>
        <p:spPr>
          <a:xfrm>
            <a:off x="11571601" y="6394544"/>
            <a:ext cx="523240" cy="24765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7810B06-E25B-4B27-AAC2-833B7DE29022}" type="slidenum">
              <a:rPr kumimoji="0" lang="en-GB" sz="9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GB" sz="9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4" name="Title 1">
            <a:extLst>
              <a:ext uri="{FF2B5EF4-FFF2-40B4-BE49-F238E27FC236}">
                <a16:creationId xmlns:a16="http://schemas.microsoft.com/office/drawing/2014/main" id="{6C9EA914-992C-5685-476A-D4308B6BF3C3}"/>
              </a:ext>
            </a:extLst>
          </p:cNvPr>
          <p:cNvSpPr txBox="1">
            <a:spLocks/>
          </p:cNvSpPr>
          <p:nvPr/>
        </p:nvSpPr>
        <p:spPr>
          <a:xfrm>
            <a:off x="371475" y="20966"/>
            <a:ext cx="9826880" cy="1132369"/>
          </a:xfrm>
          <a:prstGeom prst="rect">
            <a:avLst/>
          </a:prstGeom>
        </p:spPr>
        <p:txBody>
          <a:bodyPr vert="horz" lIns="0" tIns="0" rIns="0" bIns="0" rtlCol="0" anchor="ctr" anchorCtr="0">
            <a:noAutofit/>
          </a:bodyPr>
          <a:lstStyle>
            <a:lvl1pPr algn="l" defTabSz="914400" rtl="0" eaLnBrk="1" latinLnBrk="0" hangingPunct="1">
              <a:spcBef>
                <a:spcPct val="0"/>
              </a:spcBef>
              <a:buNone/>
              <a:defRPr sz="2400" b="1" kern="1200">
                <a:solidFill>
                  <a:schemeClr val="tx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a:ln>
                  <a:noFill/>
                </a:ln>
                <a:solidFill>
                  <a:srgbClr val="606161"/>
                </a:solidFill>
                <a:effectLst/>
                <a:uLnTx/>
                <a:uFillTx/>
                <a:latin typeface="Franklin Gothic Medium" panose="020B0603020102020204" pitchFamily="34" charset="0"/>
                <a:ea typeface="+mj-ea"/>
                <a:cs typeface="+mj-cs"/>
              </a:rPr>
              <a:t>Workstream Reporting</a:t>
            </a:r>
          </a:p>
        </p:txBody>
      </p:sp>
      <p:graphicFrame>
        <p:nvGraphicFramePr>
          <p:cNvPr id="5" name="Table 4">
            <a:extLst>
              <a:ext uri="{FF2B5EF4-FFF2-40B4-BE49-F238E27FC236}">
                <a16:creationId xmlns:a16="http://schemas.microsoft.com/office/drawing/2014/main" id="{A096265E-7821-1821-B70C-E30BC5386D38}"/>
              </a:ext>
            </a:extLst>
          </p:cNvPr>
          <p:cNvGraphicFramePr>
            <a:graphicFrameLocks noGrp="1"/>
          </p:cNvGraphicFramePr>
          <p:nvPr/>
        </p:nvGraphicFramePr>
        <p:xfrm>
          <a:off x="371474" y="976841"/>
          <a:ext cx="5573485" cy="1010920"/>
        </p:xfrm>
        <a:graphic>
          <a:graphicData uri="http://schemas.openxmlformats.org/drawingml/2006/table">
            <a:tbl>
              <a:tblPr firstRow="1" bandRow="1">
                <a:tableStyleId>{073A0DAA-6AF3-43AB-8588-CEC1D06C72B9}</a:tableStyleId>
              </a:tblPr>
              <a:tblGrid>
                <a:gridCol w="5573485">
                  <a:extLst>
                    <a:ext uri="{9D8B030D-6E8A-4147-A177-3AD203B41FA5}">
                      <a16:colId xmlns:a16="http://schemas.microsoft.com/office/drawing/2014/main" val="173694862"/>
                    </a:ext>
                  </a:extLst>
                </a:gridCol>
              </a:tblGrid>
              <a:tr h="370840">
                <a:tc>
                  <a:txBody>
                    <a:bodyPr/>
                    <a:lstStyle/>
                    <a:p>
                      <a:r>
                        <a:rPr lang="en-US" sz="1500"/>
                        <a:t>Ownership</a:t>
                      </a:r>
                    </a:p>
                  </a:txBody>
                  <a:tcPr>
                    <a:solidFill>
                      <a:schemeClr val="accent6"/>
                    </a:solidFill>
                  </a:tcPr>
                </a:tc>
                <a:extLst>
                  <a:ext uri="{0D108BD9-81ED-4DB2-BD59-A6C34878D82A}">
                    <a16:rowId xmlns:a16="http://schemas.microsoft.com/office/drawing/2014/main" val="1772332222"/>
                  </a:ext>
                </a:extLst>
              </a:tr>
              <a:tr h="370840">
                <a:tc>
                  <a:txBody>
                    <a:bodyPr/>
                    <a:lstStyle/>
                    <a:p>
                      <a:r>
                        <a:rPr lang="en-US" sz="1200"/>
                        <a:t>Workstream: #Workstream</a:t>
                      </a:r>
                    </a:p>
                    <a:p>
                      <a:r>
                        <a:rPr lang="en-US" sz="1200"/>
                        <a:t>Owner: #Owner</a:t>
                      </a:r>
                    </a:p>
                    <a:p>
                      <a:r>
                        <a:rPr lang="en-US" sz="1200"/>
                        <a:t>Workstream ID: #ID</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8" name="Table 7">
            <a:extLst>
              <a:ext uri="{FF2B5EF4-FFF2-40B4-BE49-F238E27FC236}">
                <a16:creationId xmlns:a16="http://schemas.microsoft.com/office/drawing/2014/main" id="{C4455FF9-400A-BA2B-D0A9-3492D30A9C58}"/>
              </a:ext>
            </a:extLst>
          </p:cNvPr>
          <p:cNvGraphicFramePr>
            <a:graphicFrameLocks noGrp="1"/>
          </p:cNvGraphicFramePr>
          <p:nvPr/>
        </p:nvGraphicFramePr>
        <p:xfrm>
          <a:off x="371473" y="2041423"/>
          <a:ext cx="11281114" cy="883985"/>
        </p:xfrm>
        <a:graphic>
          <a:graphicData uri="http://schemas.openxmlformats.org/drawingml/2006/table">
            <a:tbl>
              <a:tblPr firstRow="1" bandRow="1">
                <a:tableStyleId>{073A0DAA-6AF3-43AB-8588-CEC1D06C72B9}</a:tableStyleId>
              </a:tblPr>
              <a:tblGrid>
                <a:gridCol w="9351025">
                  <a:extLst>
                    <a:ext uri="{9D8B030D-6E8A-4147-A177-3AD203B41FA5}">
                      <a16:colId xmlns:a16="http://schemas.microsoft.com/office/drawing/2014/main" val="173694862"/>
                    </a:ext>
                  </a:extLst>
                </a:gridCol>
                <a:gridCol w="1930089">
                  <a:extLst>
                    <a:ext uri="{9D8B030D-6E8A-4147-A177-3AD203B41FA5}">
                      <a16:colId xmlns:a16="http://schemas.microsoft.com/office/drawing/2014/main" val="557093643"/>
                    </a:ext>
                  </a:extLst>
                </a:gridCol>
              </a:tblGrid>
              <a:tr h="262240">
                <a:tc>
                  <a:txBody>
                    <a:bodyPr/>
                    <a:lstStyle/>
                    <a:p>
                      <a:r>
                        <a:rPr lang="en-US" sz="1500"/>
                        <a:t>Executive Summary </a:t>
                      </a:r>
                    </a:p>
                  </a:txBody>
                  <a:tcPr>
                    <a:solidFill>
                      <a:schemeClr val="accent6"/>
                    </a:solidFill>
                  </a:tcPr>
                </a:tc>
                <a:tc>
                  <a:txBody>
                    <a:bodyPr/>
                    <a:lstStyle/>
                    <a:p>
                      <a:r>
                        <a:rPr lang="en-US" sz="1500"/>
                        <a:t>RAG</a:t>
                      </a:r>
                    </a:p>
                  </a:txBody>
                  <a:tcPr>
                    <a:solidFill>
                      <a:schemeClr val="accent6"/>
                    </a:solidFill>
                  </a:tcPr>
                </a:tc>
                <a:extLst>
                  <a:ext uri="{0D108BD9-81ED-4DB2-BD59-A6C34878D82A}">
                    <a16:rowId xmlns:a16="http://schemas.microsoft.com/office/drawing/2014/main" val="1772332222"/>
                  </a:ext>
                </a:extLst>
              </a:tr>
              <a:tr h="563945">
                <a:tc gridSpan="2">
                  <a:txBody>
                    <a:bodyPr/>
                    <a:lstStyle/>
                    <a:p>
                      <a:r>
                        <a:rPr lang="en-US" sz="1200"/>
                        <a:t>#Summary</a:t>
                      </a:r>
                    </a:p>
                  </a:txBody>
                  <a:tcPr>
                    <a:solidFill>
                      <a:schemeClr val="tx1">
                        <a:lumMod val="95000"/>
                      </a:schemeClr>
                    </a:solidFill>
                  </a:tcPr>
                </a:tc>
                <a:tc hMerge="1">
                  <a:txBody>
                    <a:bodyPr/>
                    <a:lstStyle/>
                    <a:p>
                      <a:endParaRPr lang="en-US" sz="1200"/>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0" name="Table 9">
            <a:extLst>
              <a:ext uri="{FF2B5EF4-FFF2-40B4-BE49-F238E27FC236}">
                <a16:creationId xmlns:a16="http://schemas.microsoft.com/office/drawing/2014/main" id="{8ED0AA2B-5B3D-55E1-DD3C-2F3E0BF326EE}"/>
              </a:ext>
            </a:extLst>
          </p:cNvPr>
          <p:cNvGraphicFramePr>
            <a:graphicFrameLocks noGrp="1"/>
          </p:cNvGraphicFramePr>
          <p:nvPr/>
        </p:nvGraphicFramePr>
        <p:xfrm>
          <a:off x="375942" y="2987964"/>
          <a:ext cx="5569017" cy="749184"/>
        </p:xfrm>
        <a:graphic>
          <a:graphicData uri="http://schemas.openxmlformats.org/drawingml/2006/table">
            <a:tbl>
              <a:tblPr firstRow="1" bandRow="1">
                <a:tableStyleId>{073A0DAA-6AF3-43AB-8588-CEC1D06C72B9}</a:tableStyleId>
              </a:tblPr>
              <a:tblGrid>
                <a:gridCol w="5569017">
                  <a:extLst>
                    <a:ext uri="{9D8B030D-6E8A-4147-A177-3AD203B41FA5}">
                      <a16:colId xmlns:a16="http://schemas.microsoft.com/office/drawing/2014/main" val="173694862"/>
                    </a:ext>
                  </a:extLst>
                </a:gridCol>
              </a:tblGrid>
              <a:tr h="259153">
                <a:tc>
                  <a:txBody>
                    <a:bodyPr/>
                    <a:lstStyle/>
                    <a:p>
                      <a:r>
                        <a:rPr lang="en-US" sz="1500"/>
                        <a:t>Key risks and issues</a:t>
                      </a:r>
                    </a:p>
                  </a:txBody>
                  <a:tcPr>
                    <a:solidFill>
                      <a:schemeClr val="accent6"/>
                    </a:solidFill>
                  </a:tcPr>
                </a:tc>
                <a:extLst>
                  <a:ext uri="{0D108BD9-81ED-4DB2-BD59-A6C34878D82A}">
                    <a16:rowId xmlns:a16="http://schemas.microsoft.com/office/drawing/2014/main" val="1772332222"/>
                  </a:ext>
                </a:extLst>
              </a:tr>
              <a:tr h="429144">
                <a:tc>
                  <a:txBody>
                    <a:bodyPr/>
                    <a:lstStyle/>
                    <a:p>
                      <a:r>
                        <a:rPr lang="en-US" sz="1200"/>
                        <a:t>#Key risks</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2" name="Table 11">
            <a:extLst>
              <a:ext uri="{FF2B5EF4-FFF2-40B4-BE49-F238E27FC236}">
                <a16:creationId xmlns:a16="http://schemas.microsoft.com/office/drawing/2014/main" id="{7A56679B-75B1-C42B-2BCF-5643CD4B4E9D}"/>
              </a:ext>
            </a:extLst>
          </p:cNvPr>
          <p:cNvGraphicFramePr>
            <a:graphicFrameLocks noGrp="1"/>
          </p:cNvGraphicFramePr>
          <p:nvPr/>
        </p:nvGraphicFramePr>
        <p:xfrm>
          <a:off x="6189307" y="2987963"/>
          <a:ext cx="5463280" cy="792205"/>
        </p:xfrm>
        <a:graphic>
          <a:graphicData uri="http://schemas.openxmlformats.org/drawingml/2006/table">
            <a:tbl>
              <a:tblPr firstRow="1" bandRow="1">
                <a:tableStyleId>{073A0DAA-6AF3-43AB-8588-CEC1D06C72B9}</a:tableStyleId>
              </a:tblPr>
              <a:tblGrid>
                <a:gridCol w="5463280">
                  <a:extLst>
                    <a:ext uri="{9D8B030D-6E8A-4147-A177-3AD203B41FA5}">
                      <a16:colId xmlns:a16="http://schemas.microsoft.com/office/drawing/2014/main" val="173694862"/>
                    </a:ext>
                  </a:extLst>
                </a:gridCol>
              </a:tblGrid>
              <a:tr h="277019">
                <a:tc>
                  <a:txBody>
                    <a:bodyPr/>
                    <a:lstStyle/>
                    <a:p>
                      <a:r>
                        <a:rPr lang="en-US" sz="1500"/>
                        <a:t>Key dependencies</a:t>
                      </a:r>
                    </a:p>
                  </a:txBody>
                  <a:tcPr>
                    <a:solidFill>
                      <a:schemeClr val="accent6"/>
                    </a:solidFill>
                  </a:tcPr>
                </a:tc>
                <a:extLst>
                  <a:ext uri="{0D108BD9-81ED-4DB2-BD59-A6C34878D82A}">
                    <a16:rowId xmlns:a16="http://schemas.microsoft.com/office/drawing/2014/main" val="1772332222"/>
                  </a:ext>
                </a:extLst>
              </a:tr>
              <a:tr h="472165">
                <a:tc>
                  <a:txBody>
                    <a:bodyPr/>
                    <a:lstStyle/>
                    <a:p>
                      <a:r>
                        <a:rPr lang="en-US" sz="1200"/>
                        <a:t>#Key dependencies</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7" name="Table 6">
            <a:extLst>
              <a:ext uri="{FF2B5EF4-FFF2-40B4-BE49-F238E27FC236}">
                <a16:creationId xmlns:a16="http://schemas.microsoft.com/office/drawing/2014/main" id="{022FF062-CA87-640F-84DF-78F8F9B3A9DD}"/>
              </a:ext>
            </a:extLst>
          </p:cNvPr>
          <p:cNvGraphicFramePr>
            <a:graphicFrameLocks noGrp="1"/>
          </p:cNvGraphicFramePr>
          <p:nvPr/>
        </p:nvGraphicFramePr>
        <p:xfrm>
          <a:off x="371472" y="3842723"/>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57660">
                <a:tc gridSpan="3">
                  <a:txBody>
                    <a:bodyPr/>
                    <a:lstStyle/>
                    <a:p>
                      <a:r>
                        <a:rPr lang="en-US" sz="1500"/>
                        <a:t>Milestones completed this week</a:t>
                      </a:r>
                    </a:p>
                  </a:txBody>
                  <a:tcPr>
                    <a:solidFill>
                      <a:schemeClr val="accent6"/>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1" name="Table 10">
            <a:extLst>
              <a:ext uri="{FF2B5EF4-FFF2-40B4-BE49-F238E27FC236}">
                <a16:creationId xmlns:a16="http://schemas.microsoft.com/office/drawing/2014/main" id="{3BAE70CA-4308-96DE-2F9B-DF421CE6DBAC}"/>
              </a:ext>
            </a:extLst>
          </p:cNvPr>
          <p:cNvGraphicFramePr>
            <a:graphicFrameLocks noGrp="1"/>
          </p:cNvGraphicFramePr>
          <p:nvPr/>
        </p:nvGraphicFramePr>
        <p:xfrm>
          <a:off x="371472" y="4577984"/>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57660">
                <a:tc gridSpan="3">
                  <a:txBody>
                    <a:bodyPr/>
                    <a:lstStyle/>
                    <a:p>
                      <a:r>
                        <a:rPr lang="en-US" sz="1500"/>
                        <a:t>Milestones missed</a:t>
                      </a:r>
                    </a:p>
                  </a:txBody>
                  <a:tcPr>
                    <a:solidFill>
                      <a:schemeClr val="accent6"/>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5" name="Table 14">
            <a:extLst>
              <a:ext uri="{FF2B5EF4-FFF2-40B4-BE49-F238E27FC236}">
                <a16:creationId xmlns:a16="http://schemas.microsoft.com/office/drawing/2014/main" id="{A623F0D6-EC6C-5EF2-9C2D-4867281894F2}"/>
              </a:ext>
            </a:extLst>
          </p:cNvPr>
          <p:cNvGraphicFramePr>
            <a:graphicFrameLocks noGrp="1"/>
          </p:cNvGraphicFramePr>
          <p:nvPr/>
        </p:nvGraphicFramePr>
        <p:xfrm>
          <a:off x="371472" y="5279445"/>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57660">
                <a:tc gridSpan="3">
                  <a:txBody>
                    <a:bodyPr/>
                    <a:lstStyle/>
                    <a:p>
                      <a:r>
                        <a:rPr lang="en-US" sz="1500"/>
                        <a:t>Milestones due next week</a:t>
                      </a:r>
                    </a:p>
                  </a:txBody>
                  <a:tcPr>
                    <a:solidFill>
                      <a:schemeClr val="accent6"/>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9" name="Table 18">
            <a:extLst>
              <a:ext uri="{FF2B5EF4-FFF2-40B4-BE49-F238E27FC236}">
                <a16:creationId xmlns:a16="http://schemas.microsoft.com/office/drawing/2014/main" id="{AA671C93-DA30-94BF-E151-5879E0879744}"/>
              </a:ext>
            </a:extLst>
          </p:cNvPr>
          <p:cNvGraphicFramePr>
            <a:graphicFrameLocks noGrp="1"/>
          </p:cNvGraphicFramePr>
          <p:nvPr/>
        </p:nvGraphicFramePr>
        <p:xfrm>
          <a:off x="371472" y="5974612"/>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63476">
                <a:tc gridSpan="3">
                  <a:txBody>
                    <a:bodyPr/>
                    <a:lstStyle/>
                    <a:p>
                      <a:r>
                        <a:rPr lang="en-US" sz="1500"/>
                        <a:t>Upcoming milestones at risk</a:t>
                      </a:r>
                    </a:p>
                  </a:txBody>
                  <a:tcPr>
                    <a:solidFill>
                      <a:schemeClr val="accent6"/>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20" name="Table 19">
            <a:extLst>
              <a:ext uri="{FF2B5EF4-FFF2-40B4-BE49-F238E27FC236}">
                <a16:creationId xmlns:a16="http://schemas.microsoft.com/office/drawing/2014/main" id="{B1654034-9462-1461-10D9-32FF4050410C}"/>
              </a:ext>
            </a:extLst>
          </p:cNvPr>
          <p:cNvGraphicFramePr>
            <a:graphicFrameLocks noGrp="1"/>
          </p:cNvGraphicFramePr>
          <p:nvPr/>
        </p:nvGraphicFramePr>
        <p:xfrm>
          <a:off x="6189307" y="976841"/>
          <a:ext cx="5463277" cy="1010920"/>
        </p:xfrm>
        <a:graphic>
          <a:graphicData uri="http://schemas.openxmlformats.org/drawingml/2006/table">
            <a:tbl>
              <a:tblPr firstRow="1" bandRow="1">
                <a:tableStyleId>{073A0DAA-6AF3-43AB-8588-CEC1D06C72B9}</a:tableStyleId>
              </a:tblPr>
              <a:tblGrid>
                <a:gridCol w="5463277">
                  <a:extLst>
                    <a:ext uri="{9D8B030D-6E8A-4147-A177-3AD203B41FA5}">
                      <a16:colId xmlns:a16="http://schemas.microsoft.com/office/drawing/2014/main" val="173694862"/>
                    </a:ext>
                  </a:extLst>
                </a:gridCol>
              </a:tblGrid>
              <a:tr h="408398">
                <a:tc>
                  <a:txBody>
                    <a:bodyPr/>
                    <a:lstStyle/>
                    <a:p>
                      <a:r>
                        <a:rPr lang="en-US" sz="1500"/>
                        <a:t>Scope</a:t>
                      </a:r>
                    </a:p>
                  </a:txBody>
                  <a:tcPr>
                    <a:solidFill>
                      <a:schemeClr val="accent6"/>
                    </a:solidFill>
                  </a:tcPr>
                </a:tc>
                <a:extLst>
                  <a:ext uri="{0D108BD9-81ED-4DB2-BD59-A6C34878D82A}">
                    <a16:rowId xmlns:a16="http://schemas.microsoft.com/office/drawing/2014/main" val="1772332222"/>
                  </a:ext>
                </a:extLst>
              </a:tr>
              <a:tr h="602522">
                <a:tc>
                  <a:txBody>
                    <a:bodyPr/>
                    <a:lstStyle/>
                    <a:p>
                      <a:r>
                        <a:rPr lang="en-US" sz="1200"/>
                        <a:t>#Scope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spTree>
    <p:extLst>
      <p:ext uri="{BB962C8B-B14F-4D97-AF65-F5344CB8AC3E}">
        <p14:creationId xmlns:p14="http://schemas.microsoft.com/office/powerpoint/2010/main" val="3562016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A5ACC-B14C-52C2-537F-F78DDCE70E1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FCDC9A-266E-2CD3-1568-1DB76DB45DB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ranklin Gothic Book" panose="020B0503020102020204"/>
                <a:ea typeface="+mn-ea"/>
                <a:cs typeface="+mn-cs"/>
              </a:rPr>
              <a:t>Source</a:t>
            </a:r>
          </a:p>
        </p:txBody>
      </p:sp>
      <p:sp>
        <p:nvSpPr>
          <p:cNvPr id="3" name="Slide Number Placeholder 2">
            <a:extLst>
              <a:ext uri="{FF2B5EF4-FFF2-40B4-BE49-F238E27FC236}">
                <a16:creationId xmlns:a16="http://schemas.microsoft.com/office/drawing/2014/main" id="{5936B504-FF11-678B-BF83-D4759926AD95}"/>
              </a:ext>
            </a:extLst>
          </p:cNvPr>
          <p:cNvSpPr>
            <a:spLocks noGrp="1"/>
          </p:cNvSpPr>
          <p:nvPr>
            <p:ph type="sldNum" sz="quarter" idx="12"/>
          </p:nvPr>
        </p:nvSpPr>
        <p:spPr>
          <a:xfrm>
            <a:off x="11571601" y="6394544"/>
            <a:ext cx="523240" cy="24765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7810B06-E25B-4B27-AAC2-833B7DE29022}" type="slidenum">
              <a:rPr kumimoji="0" lang="en-GB" sz="9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GB" sz="9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4" name="Title 1">
            <a:extLst>
              <a:ext uri="{FF2B5EF4-FFF2-40B4-BE49-F238E27FC236}">
                <a16:creationId xmlns:a16="http://schemas.microsoft.com/office/drawing/2014/main" id="{07C825A1-CFC8-77D1-3133-A2888A37410E}"/>
              </a:ext>
            </a:extLst>
          </p:cNvPr>
          <p:cNvSpPr txBox="1">
            <a:spLocks/>
          </p:cNvSpPr>
          <p:nvPr/>
        </p:nvSpPr>
        <p:spPr>
          <a:xfrm>
            <a:off x="371474" y="20966"/>
            <a:ext cx="10937227" cy="1132369"/>
          </a:xfrm>
          <a:prstGeom prst="rect">
            <a:avLst/>
          </a:prstGeom>
        </p:spPr>
        <p:txBody>
          <a:bodyPr vert="horz" lIns="0" tIns="0" rIns="0" bIns="0" rtlCol="0" anchor="ctr" anchorCtr="0">
            <a:noAutofit/>
          </a:bodyPr>
          <a:lstStyle>
            <a:lvl1pPr algn="l" defTabSz="914400" rtl="0" eaLnBrk="1" latinLnBrk="0" hangingPunct="1">
              <a:spcBef>
                <a:spcPct val="0"/>
              </a:spcBef>
              <a:buNone/>
              <a:defRPr sz="2400" b="1" kern="1200">
                <a:solidFill>
                  <a:schemeClr val="tx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rgbClr val="606161"/>
                </a:solidFill>
                <a:effectLst/>
                <a:uLnTx/>
                <a:uFillTx/>
                <a:latin typeface="Franklin Gothic Medium" panose="020B0603020102020204" pitchFamily="34" charset="0"/>
                <a:ea typeface="+mj-ea"/>
                <a:cs typeface="+mj-cs"/>
              </a:rPr>
              <a:t>Project / </a:t>
            </a:r>
            <a:r>
              <a:rPr kumimoji="0" lang="en-US" sz="3200" b="1" i="0" u="none" strike="noStrike" kern="1200" cap="none" spc="0" normalizeH="0" baseline="0" noProof="0" dirty="0" err="1">
                <a:ln>
                  <a:noFill/>
                </a:ln>
                <a:solidFill>
                  <a:srgbClr val="606161"/>
                </a:solidFill>
                <a:effectLst/>
                <a:uLnTx/>
                <a:uFillTx/>
                <a:latin typeface="Franklin Gothic Medium" panose="020B0603020102020204" pitchFamily="34" charset="0"/>
                <a:ea typeface="+mj-ea"/>
                <a:cs typeface="+mj-cs"/>
              </a:rPr>
              <a:t>Programme</a:t>
            </a:r>
            <a:r>
              <a:rPr kumimoji="0" lang="en-US" sz="3200" b="1" i="0" u="none" strike="noStrike" kern="1200" cap="none" spc="0" normalizeH="0" baseline="0" noProof="0" dirty="0">
                <a:ln>
                  <a:noFill/>
                </a:ln>
                <a:solidFill>
                  <a:srgbClr val="606161"/>
                </a:solidFill>
                <a:effectLst/>
                <a:uLnTx/>
                <a:uFillTx/>
                <a:latin typeface="Franklin Gothic Medium" panose="020B0603020102020204" pitchFamily="34" charset="0"/>
                <a:ea typeface="+mj-ea"/>
                <a:cs typeface="+mj-cs"/>
              </a:rPr>
              <a:t> Reporting (Aggregated)</a:t>
            </a:r>
          </a:p>
        </p:txBody>
      </p:sp>
      <p:graphicFrame>
        <p:nvGraphicFramePr>
          <p:cNvPr id="5" name="Table 4">
            <a:extLst>
              <a:ext uri="{FF2B5EF4-FFF2-40B4-BE49-F238E27FC236}">
                <a16:creationId xmlns:a16="http://schemas.microsoft.com/office/drawing/2014/main" id="{E95D267D-37D1-232A-4ED0-E5274C76C7B7}"/>
              </a:ext>
            </a:extLst>
          </p:cNvPr>
          <p:cNvGraphicFramePr>
            <a:graphicFrameLocks noGrp="1"/>
          </p:cNvGraphicFramePr>
          <p:nvPr/>
        </p:nvGraphicFramePr>
        <p:xfrm>
          <a:off x="371474" y="976841"/>
          <a:ext cx="5573485" cy="1193800"/>
        </p:xfrm>
        <a:graphic>
          <a:graphicData uri="http://schemas.openxmlformats.org/drawingml/2006/table">
            <a:tbl>
              <a:tblPr firstRow="1" bandRow="1">
                <a:tableStyleId>{073A0DAA-6AF3-43AB-8588-CEC1D06C72B9}</a:tableStyleId>
              </a:tblPr>
              <a:tblGrid>
                <a:gridCol w="5573485">
                  <a:extLst>
                    <a:ext uri="{9D8B030D-6E8A-4147-A177-3AD203B41FA5}">
                      <a16:colId xmlns:a16="http://schemas.microsoft.com/office/drawing/2014/main" val="173694862"/>
                    </a:ext>
                  </a:extLst>
                </a:gridCol>
              </a:tblGrid>
              <a:tr h="370840">
                <a:tc>
                  <a:txBody>
                    <a:bodyPr/>
                    <a:lstStyle/>
                    <a:p>
                      <a:r>
                        <a:rPr lang="en-US" sz="1500"/>
                        <a:t>Leadership</a:t>
                      </a:r>
                    </a:p>
                  </a:txBody>
                  <a:tcPr>
                    <a:solidFill>
                      <a:srgbClr val="00B050"/>
                    </a:solidFill>
                  </a:tcPr>
                </a:tc>
                <a:extLst>
                  <a:ext uri="{0D108BD9-81ED-4DB2-BD59-A6C34878D82A}">
                    <a16:rowId xmlns:a16="http://schemas.microsoft.com/office/drawing/2014/main" val="1772332222"/>
                  </a:ext>
                </a:extLst>
              </a:tr>
              <a:tr h="370840">
                <a:tc>
                  <a:txBody>
                    <a:bodyPr/>
                    <a:lstStyle/>
                    <a:p>
                      <a:r>
                        <a:rPr lang="en-US" sz="1200"/>
                        <a:t>Name of Project/</a:t>
                      </a:r>
                      <a:r>
                        <a:rPr lang="en-US" sz="1200" err="1"/>
                        <a:t>Programme</a:t>
                      </a:r>
                      <a:r>
                        <a:rPr lang="en-US" sz="1200"/>
                        <a:t>: #Name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Project/</a:t>
                      </a:r>
                      <a:r>
                        <a:rPr lang="en-US" sz="1200" err="1"/>
                        <a:t>Programme</a:t>
                      </a:r>
                      <a:r>
                        <a:rPr lang="en-US" sz="1200"/>
                        <a:t> ID: #ID</a:t>
                      </a:r>
                    </a:p>
                    <a:p>
                      <a:r>
                        <a:rPr lang="en-US" sz="1200"/>
                        <a:t>Sponsor: #Sponsor</a:t>
                      </a:r>
                    </a:p>
                    <a:p>
                      <a:r>
                        <a:rPr lang="en-US" sz="1200" err="1"/>
                        <a:t>Programme</a:t>
                      </a:r>
                      <a:r>
                        <a:rPr lang="en-US" sz="1200"/>
                        <a:t> director: #Programme director</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8" name="Table 7">
            <a:extLst>
              <a:ext uri="{FF2B5EF4-FFF2-40B4-BE49-F238E27FC236}">
                <a16:creationId xmlns:a16="http://schemas.microsoft.com/office/drawing/2014/main" id="{E6EBBE8E-1A08-DF48-4CB9-5B76A65E9275}"/>
              </a:ext>
            </a:extLst>
          </p:cNvPr>
          <p:cNvGraphicFramePr>
            <a:graphicFrameLocks noGrp="1"/>
          </p:cNvGraphicFramePr>
          <p:nvPr/>
        </p:nvGraphicFramePr>
        <p:xfrm>
          <a:off x="371473" y="2276216"/>
          <a:ext cx="11281114" cy="649192"/>
        </p:xfrm>
        <a:graphic>
          <a:graphicData uri="http://schemas.openxmlformats.org/drawingml/2006/table">
            <a:tbl>
              <a:tblPr firstRow="1" bandRow="1">
                <a:tableStyleId>{073A0DAA-6AF3-43AB-8588-CEC1D06C72B9}</a:tableStyleId>
              </a:tblPr>
              <a:tblGrid>
                <a:gridCol w="9351025">
                  <a:extLst>
                    <a:ext uri="{9D8B030D-6E8A-4147-A177-3AD203B41FA5}">
                      <a16:colId xmlns:a16="http://schemas.microsoft.com/office/drawing/2014/main" val="173694862"/>
                    </a:ext>
                  </a:extLst>
                </a:gridCol>
                <a:gridCol w="1930089">
                  <a:extLst>
                    <a:ext uri="{9D8B030D-6E8A-4147-A177-3AD203B41FA5}">
                      <a16:colId xmlns:a16="http://schemas.microsoft.com/office/drawing/2014/main" val="557093643"/>
                    </a:ext>
                  </a:extLst>
                </a:gridCol>
              </a:tblGrid>
              <a:tr h="349565">
                <a:tc>
                  <a:txBody>
                    <a:bodyPr/>
                    <a:lstStyle/>
                    <a:p>
                      <a:r>
                        <a:rPr lang="en-US" sz="1500"/>
                        <a:t>Executive Summary </a:t>
                      </a:r>
                    </a:p>
                  </a:txBody>
                  <a:tcPr>
                    <a:solidFill>
                      <a:srgbClr val="00B050"/>
                    </a:solidFill>
                  </a:tcPr>
                </a:tc>
                <a:tc>
                  <a:txBody>
                    <a:bodyPr/>
                    <a:lstStyle/>
                    <a:p>
                      <a:r>
                        <a:rPr lang="en-US" sz="1500"/>
                        <a:t>RAG</a:t>
                      </a:r>
                    </a:p>
                  </a:txBody>
                  <a:tcPr>
                    <a:solidFill>
                      <a:srgbClr val="00B050"/>
                    </a:solidFill>
                  </a:tcPr>
                </a:tc>
                <a:extLst>
                  <a:ext uri="{0D108BD9-81ED-4DB2-BD59-A6C34878D82A}">
                    <a16:rowId xmlns:a16="http://schemas.microsoft.com/office/drawing/2014/main" val="1772332222"/>
                  </a:ext>
                </a:extLst>
              </a:tr>
              <a:tr h="299627">
                <a:tc gridSpan="2">
                  <a:txBody>
                    <a:bodyPr/>
                    <a:lstStyle/>
                    <a:p>
                      <a:r>
                        <a:rPr lang="en-US" sz="1200"/>
                        <a:t>#Summary</a:t>
                      </a:r>
                    </a:p>
                  </a:txBody>
                  <a:tcPr>
                    <a:solidFill>
                      <a:schemeClr val="tx1">
                        <a:lumMod val="95000"/>
                      </a:schemeClr>
                    </a:solidFill>
                  </a:tcPr>
                </a:tc>
                <a:tc hMerge="1">
                  <a:txBody>
                    <a:bodyPr/>
                    <a:lstStyle/>
                    <a:p>
                      <a:endParaRPr lang="en-US" sz="1200"/>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0" name="Table 9">
            <a:extLst>
              <a:ext uri="{FF2B5EF4-FFF2-40B4-BE49-F238E27FC236}">
                <a16:creationId xmlns:a16="http://schemas.microsoft.com/office/drawing/2014/main" id="{D7A4BF7D-5417-2453-6AD2-D1568E87C63D}"/>
              </a:ext>
            </a:extLst>
          </p:cNvPr>
          <p:cNvGraphicFramePr>
            <a:graphicFrameLocks noGrp="1"/>
          </p:cNvGraphicFramePr>
          <p:nvPr/>
        </p:nvGraphicFramePr>
        <p:xfrm>
          <a:off x="375942" y="2987964"/>
          <a:ext cx="5569017" cy="749184"/>
        </p:xfrm>
        <a:graphic>
          <a:graphicData uri="http://schemas.openxmlformats.org/drawingml/2006/table">
            <a:tbl>
              <a:tblPr firstRow="1" bandRow="1">
                <a:tableStyleId>{073A0DAA-6AF3-43AB-8588-CEC1D06C72B9}</a:tableStyleId>
              </a:tblPr>
              <a:tblGrid>
                <a:gridCol w="5569017">
                  <a:extLst>
                    <a:ext uri="{9D8B030D-6E8A-4147-A177-3AD203B41FA5}">
                      <a16:colId xmlns:a16="http://schemas.microsoft.com/office/drawing/2014/main" val="173694862"/>
                    </a:ext>
                  </a:extLst>
                </a:gridCol>
              </a:tblGrid>
              <a:tr h="259153">
                <a:tc>
                  <a:txBody>
                    <a:bodyPr/>
                    <a:lstStyle/>
                    <a:p>
                      <a:r>
                        <a:rPr lang="en-US" sz="1500"/>
                        <a:t>Key risks and issues</a:t>
                      </a:r>
                    </a:p>
                  </a:txBody>
                  <a:tcPr>
                    <a:solidFill>
                      <a:srgbClr val="00B050"/>
                    </a:solidFill>
                  </a:tcPr>
                </a:tc>
                <a:extLst>
                  <a:ext uri="{0D108BD9-81ED-4DB2-BD59-A6C34878D82A}">
                    <a16:rowId xmlns:a16="http://schemas.microsoft.com/office/drawing/2014/main" val="1772332222"/>
                  </a:ext>
                </a:extLst>
              </a:tr>
              <a:tr h="429144">
                <a:tc>
                  <a:txBody>
                    <a:bodyPr/>
                    <a:lstStyle/>
                    <a:p>
                      <a:r>
                        <a:rPr lang="en-US" sz="1200"/>
                        <a:t>#Key risks</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2" name="Table 11">
            <a:extLst>
              <a:ext uri="{FF2B5EF4-FFF2-40B4-BE49-F238E27FC236}">
                <a16:creationId xmlns:a16="http://schemas.microsoft.com/office/drawing/2014/main" id="{04DF9759-E876-F86D-AEC5-2C480616AC5D}"/>
              </a:ext>
            </a:extLst>
          </p:cNvPr>
          <p:cNvGraphicFramePr>
            <a:graphicFrameLocks noGrp="1"/>
          </p:cNvGraphicFramePr>
          <p:nvPr/>
        </p:nvGraphicFramePr>
        <p:xfrm>
          <a:off x="6189307" y="2987963"/>
          <a:ext cx="5463280" cy="792205"/>
        </p:xfrm>
        <a:graphic>
          <a:graphicData uri="http://schemas.openxmlformats.org/drawingml/2006/table">
            <a:tbl>
              <a:tblPr firstRow="1" bandRow="1">
                <a:tableStyleId>{073A0DAA-6AF3-43AB-8588-CEC1D06C72B9}</a:tableStyleId>
              </a:tblPr>
              <a:tblGrid>
                <a:gridCol w="5463280">
                  <a:extLst>
                    <a:ext uri="{9D8B030D-6E8A-4147-A177-3AD203B41FA5}">
                      <a16:colId xmlns:a16="http://schemas.microsoft.com/office/drawing/2014/main" val="173694862"/>
                    </a:ext>
                  </a:extLst>
                </a:gridCol>
              </a:tblGrid>
              <a:tr h="277019">
                <a:tc>
                  <a:txBody>
                    <a:bodyPr/>
                    <a:lstStyle/>
                    <a:p>
                      <a:r>
                        <a:rPr lang="en-US" sz="1500"/>
                        <a:t>Key dependencies</a:t>
                      </a:r>
                    </a:p>
                  </a:txBody>
                  <a:tcPr>
                    <a:solidFill>
                      <a:srgbClr val="00B050"/>
                    </a:solidFill>
                  </a:tcPr>
                </a:tc>
                <a:extLst>
                  <a:ext uri="{0D108BD9-81ED-4DB2-BD59-A6C34878D82A}">
                    <a16:rowId xmlns:a16="http://schemas.microsoft.com/office/drawing/2014/main" val="1772332222"/>
                  </a:ext>
                </a:extLst>
              </a:tr>
              <a:tr h="472165">
                <a:tc>
                  <a:txBody>
                    <a:bodyPr/>
                    <a:lstStyle/>
                    <a:p>
                      <a:r>
                        <a:rPr lang="en-US" sz="1200"/>
                        <a:t>#Key dependencies</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7" name="Table 6">
            <a:extLst>
              <a:ext uri="{FF2B5EF4-FFF2-40B4-BE49-F238E27FC236}">
                <a16:creationId xmlns:a16="http://schemas.microsoft.com/office/drawing/2014/main" id="{F695CA2E-F943-DC3E-DAEA-789A94A9EC5B}"/>
              </a:ext>
            </a:extLst>
          </p:cNvPr>
          <p:cNvGraphicFramePr>
            <a:graphicFrameLocks noGrp="1"/>
          </p:cNvGraphicFramePr>
          <p:nvPr/>
        </p:nvGraphicFramePr>
        <p:xfrm>
          <a:off x="371472" y="3842723"/>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57660">
                <a:tc gridSpan="3">
                  <a:txBody>
                    <a:bodyPr/>
                    <a:lstStyle/>
                    <a:p>
                      <a:r>
                        <a:rPr lang="en-US" sz="1500"/>
                        <a:t>Milestones completed this week</a:t>
                      </a:r>
                    </a:p>
                  </a:txBody>
                  <a:tcPr>
                    <a:solidFill>
                      <a:srgbClr val="00B050"/>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1" name="Table 10">
            <a:extLst>
              <a:ext uri="{FF2B5EF4-FFF2-40B4-BE49-F238E27FC236}">
                <a16:creationId xmlns:a16="http://schemas.microsoft.com/office/drawing/2014/main" id="{F8EEC5B0-39DD-514B-9841-A1FE063F3D8B}"/>
              </a:ext>
            </a:extLst>
          </p:cNvPr>
          <p:cNvGraphicFramePr>
            <a:graphicFrameLocks noGrp="1"/>
          </p:cNvGraphicFramePr>
          <p:nvPr/>
        </p:nvGraphicFramePr>
        <p:xfrm>
          <a:off x="371472" y="4577984"/>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57660">
                <a:tc gridSpan="3">
                  <a:txBody>
                    <a:bodyPr/>
                    <a:lstStyle/>
                    <a:p>
                      <a:r>
                        <a:rPr lang="en-US" sz="1500"/>
                        <a:t>Milestones missed</a:t>
                      </a:r>
                    </a:p>
                  </a:txBody>
                  <a:tcPr>
                    <a:solidFill>
                      <a:srgbClr val="00B050"/>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5" name="Table 14">
            <a:extLst>
              <a:ext uri="{FF2B5EF4-FFF2-40B4-BE49-F238E27FC236}">
                <a16:creationId xmlns:a16="http://schemas.microsoft.com/office/drawing/2014/main" id="{5E48CA34-EA4E-09F5-B991-A6B073236F97}"/>
              </a:ext>
            </a:extLst>
          </p:cNvPr>
          <p:cNvGraphicFramePr>
            <a:graphicFrameLocks noGrp="1"/>
          </p:cNvGraphicFramePr>
          <p:nvPr/>
        </p:nvGraphicFramePr>
        <p:xfrm>
          <a:off x="371472" y="5279445"/>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57660">
                <a:tc gridSpan="3">
                  <a:txBody>
                    <a:bodyPr/>
                    <a:lstStyle/>
                    <a:p>
                      <a:r>
                        <a:rPr lang="en-US" sz="1500"/>
                        <a:t>Milestones due next week</a:t>
                      </a:r>
                    </a:p>
                  </a:txBody>
                  <a:tcPr>
                    <a:solidFill>
                      <a:srgbClr val="00B050"/>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9" name="Table 18">
            <a:extLst>
              <a:ext uri="{FF2B5EF4-FFF2-40B4-BE49-F238E27FC236}">
                <a16:creationId xmlns:a16="http://schemas.microsoft.com/office/drawing/2014/main" id="{56850AFB-09B1-7D1E-7834-7E5C42E2E281}"/>
              </a:ext>
            </a:extLst>
          </p:cNvPr>
          <p:cNvGraphicFramePr>
            <a:graphicFrameLocks noGrp="1"/>
          </p:cNvGraphicFramePr>
          <p:nvPr/>
        </p:nvGraphicFramePr>
        <p:xfrm>
          <a:off x="371472" y="5974612"/>
          <a:ext cx="11281113" cy="601714"/>
        </p:xfrm>
        <a:graphic>
          <a:graphicData uri="http://schemas.openxmlformats.org/drawingml/2006/table">
            <a:tbl>
              <a:tblPr firstRow="1" bandRow="1">
                <a:tableStyleId>{073A0DAA-6AF3-43AB-8588-CEC1D06C72B9}</a:tableStyleId>
              </a:tblPr>
              <a:tblGrid>
                <a:gridCol w="3760371">
                  <a:extLst>
                    <a:ext uri="{9D8B030D-6E8A-4147-A177-3AD203B41FA5}">
                      <a16:colId xmlns:a16="http://schemas.microsoft.com/office/drawing/2014/main" val="173694862"/>
                    </a:ext>
                  </a:extLst>
                </a:gridCol>
                <a:gridCol w="3760371">
                  <a:extLst>
                    <a:ext uri="{9D8B030D-6E8A-4147-A177-3AD203B41FA5}">
                      <a16:colId xmlns:a16="http://schemas.microsoft.com/office/drawing/2014/main" val="1016984853"/>
                    </a:ext>
                  </a:extLst>
                </a:gridCol>
                <a:gridCol w="3760371">
                  <a:extLst>
                    <a:ext uri="{9D8B030D-6E8A-4147-A177-3AD203B41FA5}">
                      <a16:colId xmlns:a16="http://schemas.microsoft.com/office/drawing/2014/main" val="1204880291"/>
                    </a:ext>
                  </a:extLst>
                </a:gridCol>
              </a:tblGrid>
              <a:tr h="263476">
                <a:tc gridSpan="3">
                  <a:txBody>
                    <a:bodyPr/>
                    <a:lstStyle/>
                    <a:p>
                      <a:r>
                        <a:rPr lang="en-US" sz="1500"/>
                        <a:t>Upcoming milestones at risk</a:t>
                      </a:r>
                    </a:p>
                  </a:txBody>
                  <a:tcPr>
                    <a:solidFill>
                      <a:srgbClr val="00B050"/>
                    </a:solidFill>
                  </a:tcPr>
                </a:tc>
                <a:tc hMerge="1">
                  <a:txBody>
                    <a:bodyPr/>
                    <a:lstStyle/>
                    <a:p>
                      <a:endParaRPr lang="en-US" sz="1500"/>
                    </a:p>
                  </a:txBody>
                  <a:tcPr>
                    <a:solidFill>
                      <a:schemeClr val="accent6"/>
                    </a:solidFill>
                  </a:tcPr>
                </a:tc>
                <a:tc hMerge="1">
                  <a:txBody>
                    <a:bodyPr/>
                    <a:lstStyle/>
                    <a:p>
                      <a:endParaRPr lang="en-US" sz="1500"/>
                    </a:p>
                  </a:txBody>
                  <a:tcPr>
                    <a:solidFill>
                      <a:schemeClr val="accent6"/>
                    </a:solidFill>
                  </a:tcPr>
                </a:tc>
                <a:extLst>
                  <a:ext uri="{0D108BD9-81ED-4DB2-BD59-A6C34878D82A}">
                    <a16:rowId xmlns:a16="http://schemas.microsoft.com/office/drawing/2014/main" val="1772332222"/>
                  </a:ext>
                </a:extLst>
              </a:tr>
              <a:tr h="281674">
                <a:tc>
                  <a:txBody>
                    <a:bodyPr/>
                    <a:lstStyle/>
                    <a:p>
                      <a:r>
                        <a:rPr lang="en-US" sz="1200"/>
                        <a:t>#Milestone</a:t>
                      </a:r>
                    </a:p>
                  </a:txBody>
                  <a:tcPr>
                    <a:solidFill>
                      <a:schemeClr val="tx1">
                        <a:lumMod val="95000"/>
                      </a:schemeClr>
                    </a:solidFill>
                  </a:tcPr>
                </a:tc>
                <a:tc>
                  <a:txBody>
                    <a:bodyPr/>
                    <a:lstStyle/>
                    <a:p>
                      <a:r>
                        <a:rPr lang="en-US" sz="1200"/>
                        <a:t>#Start-date</a:t>
                      </a:r>
                    </a:p>
                  </a:txBody>
                  <a:tcPr>
                    <a:solidFill>
                      <a:schemeClr val="tx1">
                        <a:lumMod val="95000"/>
                      </a:schemeClr>
                    </a:solidFill>
                  </a:tcPr>
                </a:tc>
                <a:tc>
                  <a:txBody>
                    <a:bodyPr/>
                    <a:lstStyle/>
                    <a:p>
                      <a:r>
                        <a:rPr lang="en-US" sz="1200"/>
                        <a:t>#End-date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20" name="Table 19">
            <a:extLst>
              <a:ext uri="{FF2B5EF4-FFF2-40B4-BE49-F238E27FC236}">
                <a16:creationId xmlns:a16="http://schemas.microsoft.com/office/drawing/2014/main" id="{6C634EB9-12AB-1F81-B4B0-DC52275FB0DC}"/>
              </a:ext>
            </a:extLst>
          </p:cNvPr>
          <p:cNvGraphicFramePr>
            <a:graphicFrameLocks noGrp="1"/>
          </p:cNvGraphicFramePr>
          <p:nvPr/>
        </p:nvGraphicFramePr>
        <p:xfrm>
          <a:off x="6189306" y="976841"/>
          <a:ext cx="5463277" cy="1189727"/>
        </p:xfrm>
        <a:graphic>
          <a:graphicData uri="http://schemas.openxmlformats.org/drawingml/2006/table">
            <a:tbl>
              <a:tblPr firstRow="1" bandRow="1">
                <a:tableStyleId>{073A0DAA-6AF3-43AB-8588-CEC1D06C72B9}</a:tableStyleId>
              </a:tblPr>
              <a:tblGrid>
                <a:gridCol w="5463277">
                  <a:extLst>
                    <a:ext uri="{9D8B030D-6E8A-4147-A177-3AD203B41FA5}">
                      <a16:colId xmlns:a16="http://schemas.microsoft.com/office/drawing/2014/main" val="173694862"/>
                    </a:ext>
                  </a:extLst>
                </a:gridCol>
              </a:tblGrid>
              <a:tr h="366767">
                <a:tc>
                  <a:txBody>
                    <a:bodyPr/>
                    <a:lstStyle/>
                    <a:p>
                      <a:r>
                        <a:rPr lang="en-US" sz="1500"/>
                        <a:t>Scope</a:t>
                      </a:r>
                    </a:p>
                  </a:txBody>
                  <a:tcPr>
                    <a:solidFill>
                      <a:srgbClr val="00B050"/>
                    </a:solidFill>
                  </a:tcPr>
                </a:tc>
                <a:extLst>
                  <a:ext uri="{0D108BD9-81ED-4DB2-BD59-A6C34878D82A}">
                    <a16:rowId xmlns:a16="http://schemas.microsoft.com/office/drawing/2014/main" val="1772332222"/>
                  </a:ext>
                </a:extLst>
              </a:tr>
              <a:tr h="711521">
                <a:tc>
                  <a:txBody>
                    <a:bodyPr/>
                    <a:lstStyle/>
                    <a:p>
                      <a:r>
                        <a:rPr lang="en-US" sz="1200"/>
                        <a:t>#Scope</a:t>
                      </a:r>
                    </a:p>
                    <a:p>
                      <a:endParaRPr lang="en-US" sz="1200"/>
                    </a:p>
                    <a:p>
                      <a:endParaRPr lang="en-US" sz="1200"/>
                    </a:p>
                    <a:p>
                      <a:endParaRPr lang="en-US" sz="1200"/>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spTree>
    <p:extLst>
      <p:ext uri="{BB962C8B-B14F-4D97-AF65-F5344CB8AC3E}">
        <p14:creationId xmlns:p14="http://schemas.microsoft.com/office/powerpoint/2010/main" val="2295493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20D86-9B2C-E29B-A316-483A86B15768}"/>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002D399E-1191-5938-B75E-3AA78D8B32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54" imgH="456" progId="TCLayout.ActiveDocument.1">
                  <p:embed/>
                </p:oleObj>
              </mc:Choice>
              <mc:Fallback>
                <p:oleObj name="think-cell Slide" r:id="rId15" imgW="454" imgH="456" progId="TCLayout.ActiveDocument.1">
                  <p:embed/>
                  <p:pic>
                    <p:nvPicPr>
                      <p:cNvPr id="37" name="think-cell data - do not delete" hidden="1">
                        <a:extLst>
                          <a:ext uri="{FF2B5EF4-FFF2-40B4-BE49-F238E27FC236}">
                            <a16:creationId xmlns:a16="http://schemas.microsoft.com/office/drawing/2014/main" id="{002D399E-1191-5938-B75E-3AA78D8B32CD}"/>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14CAF434-9407-7380-BA50-75FD578BED4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Franklin Gothic Book" panose="020B0503020102020204"/>
                <a:ea typeface="+mn-ea"/>
                <a:cs typeface="+mn-cs"/>
              </a:rPr>
              <a:t>Source</a:t>
            </a:r>
          </a:p>
        </p:txBody>
      </p:sp>
      <p:sp>
        <p:nvSpPr>
          <p:cNvPr id="3" name="Slide Number Placeholder 2">
            <a:extLst>
              <a:ext uri="{FF2B5EF4-FFF2-40B4-BE49-F238E27FC236}">
                <a16:creationId xmlns:a16="http://schemas.microsoft.com/office/drawing/2014/main" id="{09851FA6-BDC9-79D1-A0EE-CD0659A91478}"/>
              </a:ext>
            </a:extLst>
          </p:cNvPr>
          <p:cNvSpPr>
            <a:spLocks noGrp="1"/>
          </p:cNvSpPr>
          <p:nvPr>
            <p:ph type="sldNum" sz="quarter" idx="12"/>
          </p:nvPr>
        </p:nvSpPr>
        <p:spPr>
          <a:xfrm>
            <a:off x="11571601" y="6394544"/>
            <a:ext cx="523240" cy="247651"/>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7810B06-E25B-4B27-AAC2-833B7DE29022}" type="slidenum">
              <a:rPr kumimoji="0" lang="en-GB" sz="9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GB" sz="9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4" name="Title 1">
            <a:extLst>
              <a:ext uri="{FF2B5EF4-FFF2-40B4-BE49-F238E27FC236}">
                <a16:creationId xmlns:a16="http://schemas.microsoft.com/office/drawing/2014/main" id="{37DB73A1-730F-713B-DA96-0705622CDA96}"/>
              </a:ext>
            </a:extLst>
          </p:cNvPr>
          <p:cNvSpPr txBox="1">
            <a:spLocks/>
          </p:cNvSpPr>
          <p:nvPr/>
        </p:nvSpPr>
        <p:spPr>
          <a:xfrm>
            <a:off x="371474" y="20966"/>
            <a:ext cx="10937227" cy="1132369"/>
          </a:xfrm>
          <a:prstGeom prst="rect">
            <a:avLst/>
          </a:prstGeom>
        </p:spPr>
        <p:txBody>
          <a:bodyPr vert="horz" lIns="0" tIns="0" rIns="0" bIns="0" rtlCol="0" anchor="ctr" anchorCtr="0">
            <a:noAutofit/>
          </a:bodyPr>
          <a:lstStyle>
            <a:lvl1pPr algn="l" defTabSz="914400" rtl="0" eaLnBrk="1" latinLnBrk="0" hangingPunct="1">
              <a:spcBef>
                <a:spcPct val="0"/>
              </a:spcBef>
              <a:buNone/>
              <a:defRPr sz="2400" b="1" kern="1200">
                <a:solidFill>
                  <a:schemeClr val="tx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err="1">
                <a:ln>
                  <a:noFill/>
                </a:ln>
                <a:solidFill>
                  <a:srgbClr val="606161"/>
                </a:solidFill>
                <a:effectLst/>
                <a:uLnTx/>
                <a:uFillTx/>
                <a:latin typeface="Franklin Gothic Medium" panose="020B0603020102020204" pitchFamily="34" charset="0"/>
                <a:ea typeface="+mj-ea"/>
                <a:cs typeface="+mj-cs"/>
              </a:rPr>
              <a:t>SteerCo</a:t>
            </a:r>
            <a:r>
              <a:rPr kumimoji="0" lang="en-US" sz="3200" b="1" i="0" u="none" strike="noStrike" kern="1200" cap="none" spc="0" normalizeH="0" baseline="0" noProof="0" dirty="0">
                <a:ln>
                  <a:noFill/>
                </a:ln>
                <a:solidFill>
                  <a:srgbClr val="606161"/>
                </a:solidFill>
                <a:effectLst/>
                <a:uLnTx/>
                <a:uFillTx/>
                <a:latin typeface="Franklin Gothic Medium" panose="020B0603020102020204" pitchFamily="34" charset="0"/>
                <a:ea typeface="+mj-ea"/>
                <a:cs typeface="+mj-cs"/>
              </a:rPr>
              <a:t> Reporting (Aggregated)</a:t>
            </a:r>
          </a:p>
        </p:txBody>
      </p:sp>
      <p:graphicFrame>
        <p:nvGraphicFramePr>
          <p:cNvPr id="5" name="Table 4">
            <a:extLst>
              <a:ext uri="{FF2B5EF4-FFF2-40B4-BE49-F238E27FC236}">
                <a16:creationId xmlns:a16="http://schemas.microsoft.com/office/drawing/2014/main" id="{92746204-5649-CC23-4021-D7B3EEE0DC11}"/>
              </a:ext>
            </a:extLst>
          </p:cNvPr>
          <p:cNvGraphicFramePr>
            <a:graphicFrameLocks noGrp="1"/>
          </p:cNvGraphicFramePr>
          <p:nvPr/>
        </p:nvGraphicFramePr>
        <p:xfrm>
          <a:off x="371474" y="976841"/>
          <a:ext cx="5573485" cy="929640"/>
        </p:xfrm>
        <a:graphic>
          <a:graphicData uri="http://schemas.openxmlformats.org/drawingml/2006/table">
            <a:tbl>
              <a:tblPr firstRow="1" bandRow="1">
                <a:tableStyleId>{073A0DAA-6AF3-43AB-8588-CEC1D06C72B9}</a:tableStyleId>
              </a:tblPr>
              <a:tblGrid>
                <a:gridCol w="5573485">
                  <a:extLst>
                    <a:ext uri="{9D8B030D-6E8A-4147-A177-3AD203B41FA5}">
                      <a16:colId xmlns:a16="http://schemas.microsoft.com/office/drawing/2014/main" val="173694862"/>
                    </a:ext>
                  </a:extLst>
                </a:gridCol>
              </a:tblGrid>
              <a:tr h="255232">
                <a:tc>
                  <a:txBody>
                    <a:bodyPr/>
                    <a:lstStyle/>
                    <a:p>
                      <a:r>
                        <a:rPr lang="en-US" sz="1300"/>
                        <a:t>Leadership</a:t>
                      </a:r>
                    </a:p>
                  </a:txBody>
                  <a:tcPr>
                    <a:solidFill>
                      <a:srgbClr val="7030A0"/>
                    </a:solidFill>
                  </a:tcPr>
                </a:tc>
                <a:extLst>
                  <a:ext uri="{0D108BD9-81ED-4DB2-BD59-A6C34878D82A}">
                    <a16:rowId xmlns:a16="http://schemas.microsoft.com/office/drawing/2014/main" val="1772332222"/>
                  </a:ext>
                </a:extLst>
              </a:tr>
              <a:tr h="440538">
                <a:tc>
                  <a:txBody>
                    <a:bodyPr/>
                    <a:lstStyle/>
                    <a:p>
                      <a:r>
                        <a:rPr lang="en-US" sz="1200"/>
                        <a:t>Portfolio/Programme name: #Name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Portfolio/Programme ID: #ID</a:t>
                      </a:r>
                    </a:p>
                    <a:p>
                      <a:r>
                        <a:rPr lang="en-US" sz="1200"/>
                        <a:t>Portfolio/Programme owner: #Owner</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8" name="Table 7">
            <a:extLst>
              <a:ext uri="{FF2B5EF4-FFF2-40B4-BE49-F238E27FC236}">
                <a16:creationId xmlns:a16="http://schemas.microsoft.com/office/drawing/2014/main" id="{A7F4AC0E-6A64-DA0A-FA3A-D4047B4A0A9B}"/>
              </a:ext>
            </a:extLst>
          </p:cNvPr>
          <p:cNvGraphicFramePr>
            <a:graphicFrameLocks noGrp="1"/>
          </p:cNvGraphicFramePr>
          <p:nvPr/>
        </p:nvGraphicFramePr>
        <p:xfrm>
          <a:off x="371469" y="1973116"/>
          <a:ext cx="11281114" cy="929640"/>
        </p:xfrm>
        <a:graphic>
          <a:graphicData uri="http://schemas.openxmlformats.org/drawingml/2006/table">
            <a:tbl>
              <a:tblPr firstRow="1" bandRow="1">
                <a:tableStyleId>{073A0DAA-6AF3-43AB-8588-CEC1D06C72B9}</a:tableStyleId>
              </a:tblPr>
              <a:tblGrid>
                <a:gridCol w="9351025">
                  <a:extLst>
                    <a:ext uri="{9D8B030D-6E8A-4147-A177-3AD203B41FA5}">
                      <a16:colId xmlns:a16="http://schemas.microsoft.com/office/drawing/2014/main" val="173694862"/>
                    </a:ext>
                  </a:extLst>
                </a:gridCol>
                <a:gridCol w="1930089">
                  <a:extLst>
                    <a:ext uri="{9D8B030D-6E8A-4147-A177-3AD203B41FA5}">
                      <a16:colId xmlns:a16="http://schemas.microsoft.com/office/drawing/2014/main" val="557093643"/>
                    </a:ext>
                  </a:extLst>
                </a:gridCol>
              </a:tblGrid>
              <a:tr h="262229">
                <a:tc>
                  <a:txBody>
                    <a:bodyPr/>
                    <a:lstStyle/>
                    <a:p>
                      <a:r>
                        <a:rPr lang="en-US" sz="1300"/>
                        <a:t>Executive Summary </a:t>
                      </a:r>
                    </a:p>
                  </a:txBody>
                  <a:tcPr>
                    <a:solidFill>
                      <a:srgbClr val="7030A0"/>
                    </a:solidFill>
                  </a:tcPr>
                </a:tc>
                <a:tc>
                  <a:txBody>
                    <a:bodyPr/>
                    <a:lstStyle/>
                    <a:p>
                      <a:r>
                        <a:rPr lang="en-US" sz="1300"/>
                        <a:t>RAG</a:t>
                      </a:r>
                    </a:p>
                  </a:txBody>
                  <a:tcPr>
                    <a:solidFill>
                      <a:srgbClr val="7030A0"/>
                    </a:solidFill>
                  </a:tcPr>
                </a:tc>
                <a:extLst>
                  <a:ext uri="{0D108BD9-81ED-4DB2-BD59-A6C34878D82A}">
                    <a16:rowId xmlns:a16="http://schemas.microsoft.com/office/drawing/2014/main" val="1772332222"/>
                  </a:ext>
                </a:extLst>
              </a:tr>
              <a:tr h="224767">
                <a:tc>
                  <a:txBody>
                    <a:bodyPr/>
                    <a:lstStyle/>
                    <a:p>
                      <a:r>
                        <a:rPr lang="en-US" sz="1200"/>
                        <a:t>#Summary</a:t>
                      </a:r>
                    </a:p>
                  </a:txBody>
                  <a:tcPr>
                    <a:solidFill>
                      <a:schemeClr val="tx1">
                        <a:lumMod val="95000"/>
                      </a:schemeClr>
                    </a:solidFill>
                  </a:tcPr>
                </a:tc>
                <a:tc>
                  <a:txBody>
                    <a:bodyPr/>
                    <a:lstStyle/>
                    <a:p>
                      <a:endParaRPr lang="en-US" sz="1200"/>
                    </a:p>
                  </a:txBody>
                  <a:tcPr>
                    <a:solidFill>
                      <a:schemeClr val="tx1">
                        <a:lumMod val="95000"/>
                      </a:schemeClr>
                    </a:solidFill>
                  </a:tcPr>
                </a:tc>
                <a:extLst>
                  <a:ext uri="{0D108BD9-81ED-4DB2-BD59-A6C34878D82A}">
                    <a16:rowId xmlns:a16="http://schemas.microsoft.com/office/drawing/2014/main" val="3895310915"/>
                  </a:ext>
                </a:extLst>
              </a:tr>
              <a:tr h="274378">
                <a:tc>
                  <a:txBody>
                    <a:bodyPr/>
                    <a:lstStyle/>
                    <a:p>
                      <a:endParaRPr lang="en-US" sz="1200"/>
                    </a:p>
                  </a:txBody>
                  <a:tcPr>
                    <a:solidFill>
                      <a:schemeClr val="tx1">
                        <a:lumMod val="95000"/>
                      </a:schemeClr>
                    </a:solidFill>
                  </a:tcPr>
                </a:tc>
                <a:tc>
                  <a:txBody>
                    <a:bodyPr/>
                    <a:lstStyle/>
                    <a:p>
                      <a:endParaRPr lang="en-US"/>
                    </a:p>
                  </a:txBody>
                  <a:tcPr>
                    <a:solidFill>
                      <a:schemeClr val="tx1">
                        <a:lumMod val="95000"/>
                      </a:schemeClr>
                    </a:solidFill>
                  </a:tcPr>
                </a:tc>
                <a:extLst>
                  <a:ext uri="{0D108BD9-81ED-4DB2-BD59-A6C34878D82A}">
                    <a16:rowId xmlns:a16="http://schemas.microsoft.com/office/drawing/2014/main" val="1281915301"/>
                  </a:ext>
                </a:extLst>
              </a:tr>
            </a:tbl>
          </a:graphicData>
        </a:graphic>
      </p:graphicFrame>
      <p:graphicFrame>
        <p:nvGraphicFramePr>
          <p:cNvPr id="20" name="Table 19">
            <a:extLst>
              <a:ext uri="{FF2B5EF4-FFF2-40B4-BE49-F238E27FC236}">
                <a16:creationId xmlns:a16="http://schemas.microsoft.com/office/drawing/2014/main" id="{156467D4-3492-6C22-CCD6-769606A584B9}"/>
              </a:ext>
            </a:extLst>
          </p:cNvPr>
          <p:cNvGraphicFramePr>
            <a:graphicFrameLocks noGrp="1"/>
          </p:cNvGraphicFramePr>
          <p:nvPr/>
        </p:nvGraphicFramePr>
        <p:xfrm>
          <a:off x="6189306" y="976841"/>
          <a:ext cx="5463277" cy="929640"/>
        </p:xfrm>
        <a:graphic>
          <a:graphicData uri="http://schemas.openxmlformats.org/drawingml/2006/table">
            <a:tbl>
              <a:tblPr firstRow="1" bandRow="1">
                <a:tableStyleId>{073A0DAA-6AF3-43AB-8588-CEC1D06C72B9}</a:tableStyleId>
              </a:tblPr>
              <a:tblGrid>
                <a:gridCol w="5463277">
                  <a:extLst>
                    <a:ext uri="{9D8B030D-6E8A-4147-A177-3AD203B41FA5}">
                      <a16:colId xmlns:a16="http://schemas.microsoft.com/office/drawing/2014/main" val="173694862"/>
                    </a:ext>
                  </a:extLst>
                </a:gridCol>
              </a:tblGrid>
              <a:tr h="316206">
                <a:tc>
                  <a:txBody>
                    <a:bodyPr/>
                    <a:lstStyle/>
                    <a:p>
                      <a:r>
                        <a:rPr lang="en-US" sz="1300"/>
                        <a:t>Scope</a:t>
                      </a:r>
                    </a:p>
                  </a:txBody>
                  <a:tcPr>
                    <a:solidFill>
                      <a:srgbClr val="7030A0"/>
                    </a:solidFill>
                  </a:tcPr>
                </a:tc>
                <a:extLst>
                  <a:ext uri="{0D108BD9-81ED-4DB2-BD59-A6C34878D82A}">
                    <a16:rowId xmlns:a16="http://schemas.microsoft.com/office/drawing/2014/main" val="1772332222"/>
                  </a:ext>
                </a:extLst>
              </a:tr>
              <a:tr h="613434">
                <a:tc>
                  <a:txBody>
                    <a:bodyPr/>
                    <a:lstStyle/>
                    <a:p>
                      <a:r>
                        <a:rPr lang="en-US" sz="1200"/>
                        <a:t>#Scope</a:t>
                      </a:r>
                    </a:p>
                  </a:txBody>
                  <a:tcPr>
                    <a:solidFill>
                      <a:schemeClr val="tx1">
                        <a:lumMod val="95000"/>
                      </a:schemeClr>
                    </a:solidFill>
                  </a:tcPr>
                </a:tc>
                <a:extLst>
                  <a:ext uri="{0D108BD9-81ED-4DB2-BD59-A6C34878D82A}">
                    <a16:rowId xmlns:a16="http://schemas.microsoft.com/office/drawing/2014/main" val="3895310915"/>
                  </a:ext>
                </a:extLst>
              </a:tr>
            </a:tbl>
          </a:graphicData>
        </a:graphic>
      </p:graphicFrame>
      <p:graphicFrame>
        <p:nvGraphicFramePr>
          <p:cNvPr id="17" name="Table 16">
            <a:extLst>
              <a:ext uri="{FF2B5EF4-FFF2-40B4-BE49-F238E27FC236}">
                <a16:creationId xmlns:a16="http://schemas.microsoft.com/office/drawing/2014/main" id="{B0D4CEAC-4D73-7A6D-066F-A92F49FD6BAE}"/>
              </a:ext>
            </a:extLst>
          </p:cNvPr>
          <p:cNvGraphicFramePr>
            <a:graphicFrameLocks noGrp="1"/>
          </p:cNvGraphicFramePr>
          <p:nvPr/>
        </p:nvGraphicFramePr>
        <p:xfrm>
          <a:off x="371469" y="3016091"/>
          <a:ext cx="11281114" cy="289560"/>
        </p:xfrm>
        <a:graphic>
          <a:graphicData uri="http://schemas.openxmlformats.org/drawingml/2006/table">
            <a:tbl>
              <a:tblPr firstRow="1" bandRow="1">
                <a:tableStyleId>{073A0DAA-6AF3-43AB-8588-CEC1D06C72B9}</a:tableStyleId>
              </a:tblPr>
              <a:tblGrid>
                <a:gridCol w="11281114">
                  <a:extLst>
                    <a:ext uri="{9D8B030D-6E8A-4147-A177-3AD203B41FA5}">
                      <a16:colId xmlns:a16="http://schemas.microsoft.com/office/drawing/2014/main" val="173694862"/>
                    </a:ext>
                  </a:extLst>
                </a:gridCol>
              </a:tblGrid>
              <a:tr h="210477">
                <a:tc>
                  <a:txBody>
                    <a:bodyPr/>
                    <a:lstStyle/>
                    <a:p>
                      <a:r>
                        <a:rPr lang="en-US" sz="1300"/>
                        <a:t>Budget Summary </a:t>
                      </a:r>
                    </a:p>
                  </a:txBody>
                  <a:tcPr>
                    <a:solidFill>
                      <a:srgbClr val="7030A0"/>
                    </a:solidFill>
                  </a:tcPr>
                </a:tc>
                <a:extLst>
                  <a:ext uri="{0D108BD9-81ED-4DB2-BD59-A6C34878D82A}">
                    <a16:rowId xmlns:a16="http://schemas.microsoft.com/office/drawing/2014/main" val="1772332222"/>
                  </a:ext>
                </a:extLst>
              </a:tr>
            </a:tbl>
          </a:graphicData>
        </a:graphic>
      </p:graphicFrame>
      <p:graphicFrame>
        <p:nvGraphicFramePr>
          <p:cNvPr id="18" name="Table 17">
            <a:extLst>
              <a:ext uri="{FF2B5EF4-FFF2-40B4-BE49-F238E27FC236}">
                <a16:creationId xmlns:a16="http://schemas.microsoft.com/office/drawing/2014/main" id="{8F9A23C8-E4CB-8345-FBEA-77C0EF815F53}"/>
              </a:ext>
            </a:extLst>
          </p:cNvPr>
          <p:cNvGraphicFramePr>
            <a:graphicFrameLocks noGrp="1"/>
          </p:cNvGraphicFramePr>
          <p:nvPr/>
        </p:nvGraphicFramePr>
        <p:xfrm>
          <a:off x="371469" y="4572638"/>
          <a:ext cx="5573490" cy="929640"/>
        </p:xfrm>
        <a:graphic>
          <a:graphicData uri="http://schemas.openxmlformats.org/drawingml/2006/table">
            <a:tbl>
              <a:tblPr firstRow="1" bandRow="1">
                <a:tableStyleId>{073A0DAA-6AF3-43AB-8588-CEC1D06C72B9}</a:tableStyleId>
              </a:tblPr>
              <a:tblGrid>
                <a:gridCol w="4619920">
                  <a:extLst>
                    <a:ext uri="{9D8B030D-6E8A-4147-A177-3AD203B41FA5}">
                      <a16:colId xmlns:a16="http://schemas.microsoft.com/office/drawing/2014/main" val="173694862"/>
                    </a:ext>
                  </a:extLst>
                </a:gridCol>
                <a:gridCol w="953570">
                  <a:extLst>
                    <a:ext uri="{9D8B030D-6E8A-4147-A177-3AD203B41FA5}">
                      <a16:colId xmlns:a16="http://schemas.microsoft.com/office/drawing/2014/main" val="557093643"/>
                    </a:ext>
                  </a:extLst>
                </a:gridCol>
              </a:tblGrid>
              <a:tr h="270031">
                <a:tc>
                  <a:txBody>
                    <a:bodyPr/>
                    <a:lstStyle/>
                    <a:p>
                      <a:r>
                        <a:rPr lang="en-US" sz="1300"/>
                        <a:t>Resourcing Summary </a:t>
                      </a:r>
                    </a:p>
                  </a:txBody>
                  <a:tcPr>
                    <a:solidFill>
                      <a:srgbClr val="7030A0"/>
                    </a:solidFill>
                  </a:tcPr>
                </a:tc>
                <a:tc>
                  <a:txBody>
                    <a:bodyPr/>
                    <a:lstStyle/>
                    <a:p>
                      <a:r>
                        <a:rPr lang="en-US" sz="1300"/>
                        <a:t>RAG</a:t>
                      </a:r>
                    </a:p>
                  </a:txBody>
                  <a:tcPr>
                    <a:solidFill>
                      <a:srgbClr val="7030A0"/>
                    </a:solidFill>
                  </a:tcPr>
                </a:tc>
                <a:extLst>
                  <a:ext uri="{0D108BD9-81ED-4DB2-BD59-A6C34878D82A}">
                    <a16:rowId xmlns:a16="http://schemas.microsoft.com/office/drawing/2014/main" val="1772332222"/>
                  </a:ext>
                </a:extLst>
              </a:tr>
              <a:tr h="255819">
                <a:tc>
                  <a:txBody>
                    <a:bodyPr/>
                    <a:lstStyle/>
                    <a:p>
                      <a:r>
                        <a:rPr lang="en-US" sz="1200"/>
                        <a:t>#ResourcingSummary</a:t>
                      </a:r>
                    </a:p>
                  </a:txBody>
                  <a:tcPr>
                    <a:solidFill>
                      <a:schemeClr val="tx1">
                        <a:lumMod val="95000"/>
                      </a:schemeClr>
                    </a:solidFill>
                  </a:tcPr>
                </a:tc>
                <a:tc>
                  <a:txBody>
                    <a:bodyPr/>
                    <a:lstStyle/>
                    <a:p>
                      <a:endParaRPr lang="en-US" sz="1200"/>
                    </a:p>
                  </a:txBody>
                  <a:tcPr>
                    <a:solidFill>
                      <a:schemeClr val="tx1">
                        <a:lumMod val="95000"/>
                      </a:schemeClr>
                    </a:solidFill>
                  </a:tcPr>
                </a:tc>
                <a:extLst>
                  <a:ext uri="{0D108BD9-81ED-4DB2-BD59-A6C34878D82A}">
                    <a16:rowId xmlns:a16="http://schemas.microsoft.com/office/drawing/2014/main" val="3895310915"/>
                  </a:ext>
                </a:extLst>
              </a:tr>
              <a:tr h="341092">
                <a:tc>
                  <a:txBody>
                    <a:bodyPr/>
                    <a:lstStyle/>
                    <a:p>
                      <a:endParaRPr lang="en-US" sz="1200"/>
                    </a:p>
                  </a:txBody>
                  <a:tcPr>
                    <a:solidFill>
                      <a:schemeClr val="tx1">
                        <a:lumMod val="95000"/>
                      </a:schemeClr>
                    </a:solidFill>
                  </a:tcPr>
                </a:tc>
                <a:tc>
                  <a:txBody>
                    <a:bodyPr/>
                    <a:lstStyle/>
                    <a:p>
                      <a:endParaRPr lang="en-US"/>
                    </a:p>
                  </a:txBody>
                  <a:tcPr>
                    <a:solidFill>
                      <a:schemeClr val="tx1">
                        <a:lumMod val="95000"/>
                      </a:schemeClr>
                    </a:solidFill>
                  </a:tcPr>
                </a:tc>
                <a:extLst>
                  <a:ext uri="{0D108BD9-81ED-4DB2-BD59-A6C34878D82A}">
                    <a16:rowId xmlns:a16="http://schemas.microsoft.com/office/drawing/2014/main" val="3476463456"/>
                  </a:ext>
                </a:extLst>
              </a:tr>
            </a:tbl>
          </a:graphicData>
        </a:graphic>
      </p:graphicFrame>
      <p:graphicFrame>
        <p:nvGraphicFramePr>
          <p:cNvPr id="21" name="Table 20">
            <a:extLst>
              <a:ext uri="{FF2B5EF4-FFF2-40B4-BE49-F238E27FC236}">
                <a16:creationId xmlns:a16="http://schemas.microsoft.com/office/drawing/2014/main" id="{4E14DAAD-7666-9D3B-0708-F6295F756263}"/>
              </a:ext>
            </a:extLst>
          </p:cNvPr>
          <p:cNvGraphicFramePr>
            <a:graphicFrameLocks noGrp="1"/>
          </p:cNvGraphicFramePr>
          <p:nvPr/>
        </p:nvGraphicFramePr>
        <p:xfrm>
          <a:off x="371469" y="5596258"/>
          <a:ext cx="11281114" cy="954947"/>
        </p:xfrm>
        <a:graphic>
          <a:graphicData uri="http://schemas.openxmlformats.org/drawingml/2006/table">
            <a:tbl>
              <a:tblPr firstRow="1" bandRow="1">
                <a:tableStyleId>{073A0DAA-6AF3-43AB-8588-CEC1D06C72B9}</a:tableStyleId>
              </a:tblPr>
              <a:tblGrid>
                <a:gridCol w="9351025">
                  <a:extLst>
                    <a:ext uri="{9D8B030D-6E8A-4147-A177-3AD203B41FA5}">
                      <a16:colId xmlns:a16="http://schemas.microsoft.com/office/drawing/2014/main" val="173694862"/>
                    </a:ext>
                  </a:extLst>
                </a:gridCol>
                <a:gridCol w="1930089">
                  <a:extLst>
                    <a:ext uri="{9D8B030D-6E8A-4147-A177-3AD203B41FA5}">
                      <a16:colId xmlns:a16="http://schemas.microsoft.com/office/drawing/2014/main" val="557093643"/>
                    </a:ext>
                  </a:extLst>
                </a:gridCol>
              </a:tblGrid>
              <a:tr h="260675">
                <a:tc>
                  <a:txBody>
                    <a:bodyPr/>
                    <a:lstStyle/>
                    <a:p>
                      <a:r>
                        <a:rPr lang="en-US" sz="1300"/>
                        <a:t>Schedule Summary </a:t>
                      </a:r>
                    </a:p>
                  </a:txBody>
                  <a:tcPr>
                    <a:solidFill>
                      <a:srgbClr val="7030A0"/>
                    </a:solidFill>
                  </a:tcPr>
                </a:tc>
                <a:tc>
                  <a:txBody>
                    <a:bodyPr/>
                    <a:lstStyle/>
                    <a:p>
                      <a:r>
                        <a:rPr lang="en-US" sz="1300"/>
                        <a:t>RAG</a:t>
                      </a:r>
                    </a:p>
                  </a:txBody>
                  <a:tcPr>
                    <a:solidFill>
                      <a:srgbClr val="7030A0"/>
                    </a:solidFill>
                  </a:tcPr>
                </a:tc>
                <a:extLst>
                  <a:ext uri="{0D108BD9-81ED-4DB2-BD59-A6C34878D82A}">
                    <a16:rowId xmlns:a16="http://schemas.microsoft.com/office/drawing/2014/main" val="1772332222"/>
                  </a:ext>
                </a:extLst>
              </a:tr>
              <a:tr h="299627">
                <a:tc>
                  <a:txBody>
                    <a:bodyPr/>
                    <a:lstStyle/>
                    <a:p>
                      <a:r>
                        <a:rPr lang="en-US" sz="1200"/>
                        <a:t>#ScheduleSummary</a:t>
                      </a:r>
                    </a:p>
                  </a:txBody>
                  <a:tcPr>
                    <a:solidFill>
                      <a:schemeClr val="tx1">
                        <a:lumMod val="95000"/>
                      </a:schemeClr>
                    </a:solidFill>
                  </a:tcPr>
                </a:tc>
                <a:tc>
                  <a:txBody>
                    <a:bodyPr/>
                    <a:lstStyle/>
                    <a:p>
                      <a:endParaRPr lang="en-US" sz="1200"/>
                    </a:p>
                  </a:txBody>
                  <a:tcPr>
                    <a:solidFill>
                      <a:schemeClr val="tx1">
                        <a:lumMod val="95000"/>
                      </a:schemeClr>
                    </a:solidFill>
                  </a:tcPr>
                </a:tc>
                <a:extLst>
                  <a:ext uri="{0D108BD9-81ED-4DB2-BD59-A6C34878D82A}">
                    <a16:rowId xmlns:a16="http://schemas.microsoft.com/office/drawing/2014/main" val="3895310915"/>
                  </a:ext>
                </a:extLst>
              </a:tr>
              <a:tr h="299627">
                <a:tc>
                  <a:txBody>
                    <a:bodyPr/>
                    <a:lstStyle/>
                    <a:p>
                      <a:endParaRPr lang="en-US" sz="1200"/>
                    </a:p>
                  </a:txBody>
                  <a:tcPr>
                    <a:solidFill>
                      <a:schemeClr val="tx1">
                        <a:lumMod val="95000"/>
                      </a:schemeClr>
                    </a:solidFill>
                  </a:tcPr>
                </a:tc>
                <a:tc>
                  <a:txBody>
                    <a:bodyPr/>
                    <a:lstStyle/>
                    <a:p>
                      <a:endParaRPr lang="en-US"/>
                    </a:p>
                  </a:txBody>
                  <a:tcPr>
                    <a:solidFill>
                      <a:schemeClr val="tx1">
                        <a:lumMod val="95000"/>
                      </a:schemeClr>
                    </a:solidFill>
                  </a:tcPr>
                </a:tc>
                <a:extLst>
                  <a:ext uri="{0D108BD9-81ED-4DB2-BD59-A6C34878D82A}">
                    <a16:rowId xmlns:a16="http://schemas.microsoft.com/office/drawing/2014/main" val="1321752166"/>
                  </a:ext>
                </a:extLst>
              </a:tr>
            </a:tbl>
          </a:graphicData>
        </a:graphic>
      </p:graphicFrame>
      <p:graphicFrame>
        <p:nvGraphicFramePr>
          <p:cNvPr id="40" name="Chart 39">
            <a:extLst>
              <a:ext uri="{FF2B5EF4-FFF2-40B4-BE49-F238E27FC236}">
                <a16:creationId xmlns:a16="http://schemas.microsoft.com/office/drawing/2014/main" id="{C457CD75-8BAA-918B-0B44-0020B86B8A86}"/>
              </a:ext>
            </a:extLst>
          </p:cNvPr>
          <p:cNvGraphicFramePr/>
          <p:nvPr>
            <p:custDataLst>
              <p:tags r:id="rId2"/>
            </p:custDataLst>
          </p:nvPr>
        </p:nvGraphicFramePr>
        <p:xfrm>
          <a:off x="1462088" y="3308350"/>
          <a:ext cx="1166812" cy="1166813"/>
        </p:xfrm>
        <a:graphic>
          <a:graphicData uri="http://schemas.openxmlformats.org/drawingml/2006/chart">
            <c:chart xmlns:c="http://schemas.openxmlformats.org/drawingml/2006/chart" xmlns:r="http://schemas.openxmlformats.org/officeDocument/2006/relationships" r:id="rId17"/>
          </a:graphicData>
        </a:graphic>
      </p:graphicFrame>
      <p:sp>
        <p:nvSpPr>
          <p:cNvPr id="33" name="Text Placeholder 2">
            <a:extLst>
              <a:ext uri="{FF2B5EF4-FFF2-40B4-BE49-F238E27FC236}">
                <a16:creationId xmlns:a16="http://schemas.microsoft.com/office/drawing/2014/main" id="{8EED84C6-50E6-6C43-8031-AFF6268E0C06}"/>
              </a:ext>
            </a:extLst>
          </p:cNvPr>
          <p:cNvSpPr>
            <a:spLocks noGrp="1"/>
          </p:cNvSpPr>
          <p:nvPr>
            <p:custDataLst>
              <p:tags r:id="rId3"/>
            </p:custDataLst>
          </p:nvPr>
        </p:nvSpPr>
        <p:spPr bwMode="gray">
          <a:xfrm>
            <a:off x="2216150" y="3914775"/>
            <a:ext cx="307975" cy="109538"/>
          </a:xfrm>
          <a:prstGeom prst="rect">
            <a:avLst/>
          </a:prstGeom>
          <a:noFill/>
          <a:ln>
            <a:noFill/>
          </a:ln>
          <a:effectLst/>
        </p:spPr>
        <p:txBody>
          <a:bodyPr vert="horz" wrap="none" lIns="14288" tIns="0" rIns="14288"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7AF0FCA2-0143-4330-A552-CE96F64D58AC}" type="datetime'''5''''''''''''''''''''''''7'''''',''''4''''''%'''''''''''">
              <a:rPr kumimoji="0" lang="en-US" altLang="en-US" sz="8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ctr" defTabSz="914400" rtl="0" eaLnBrk="1" fontAlgn="auto" latinLnBrk="0" hangingPunct="1">
                <a:lnSpc>
                  <a:spcPct val="90000"/>
                </a:lnSpc>
                <a:spcBef>
                  <a:spcPct val="0"/>
                </a:spcBef>
                <a:spcAft>
                  <a:spcPct val="0"/>
                </a:spcAft>
                <a:buClrTx/>
                <a:buSzTx/>
                <a:buFont typeface="Arial" panose="020B0604020202020204" pitchFamily="34" charset="0"/>
                <a:buNone/>
                <a:tabLst/>
                <a:defRPr/>
              </a:pPr>
              <a:t>57,4%</a:t>
            </a:fld>
            <a:endParaRPr kumimoji="0" lang="en-US" sz="8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30" name="Text Placeholder 2">
            <a:extLst>
              <a:ext uri="{FF2B5EF4-FFF2-40B4-BE49-F238E27FC236}">
                <a16:creationId xmlns:a16="http://schemas.microsoft.com/office/drawing/2014/main" id="{8EED84C6-50E6-6C43-8031-AFF6268E0C06}"/>
              </a:ext>
            </a:extLst>
          </p:cNvPr>
          <p:cNvSpPr>
            <a:spLocks noGrp="1"/>
          </p:cNvSpPr>
          <p:nvPr>
            <p:custDataLst>
              <p:tags r:id="rId4"/>
            </p:custDataLst>
          </p:nvPr>
        </p:nvSpPr>
        <p:spPr bwMode="auto">
          <a:xfrm>
            <a:off x="2587625" y="3975100"/>
            <a:ext cx="808038"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089CE4E7-0E41-4BC9-913A-73C0D14FF5F8}" type="datetime'B''''''u''''d''ge''''t'''''''' ''u''''''sed'''''' s''o fa''r'">
              <a:rPr kumimoji="0" lang="en-US" altLang="en-US" sz="8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t>Budget used so far</a:t>
            </a:fld>
            <a:endParaRPr kumimoji="0" lang="en-US" sz="8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99" name="Text Placeholder 2">
            <a:extLst>
              <a:ext uri="{FF2B5EF4-FFF2-40B4-BE49-F238E27FC236}">
                <a16:creationId xmlns:a16="http://schemas.microsoft.com/office/drawing/2014/main" id="{7AE14653-7976-C8B2-168B-3B5DB5FE1497}"/>
              </a:ext>
            </a:extLst>
          </p:cNvPr>
          <p:cNvSpPr>
            <a:spLocks noGrp="1"/>
          </p:cNvSpPr>
          <p:nvPr>
            <p:custDataLst>
              <p:tags r:id="rId5"/>
            </p:custDataLst>
          </p:nvPr>
        </p:nvSpPr>
        <p:spPr bwMode="gray">
          <a:xfrm>
            <a:off x="1563688" y="3759200"/>
            <a:ext cx="307975" cy="109538"/>
          </a:xfrm>
          <a:prstGeom prst="rect">
            <a:avLst/>
          </a:prstGeom>
          <a:noFill/>
          <a:ln>
            <a:noFill/>
          </a:ln>
          <a:effectLst/>
          <a:extLst>
            <a:ext uri="{909E8E84-426E-40DD-AFC4-6F175D3DCCD1}">
              <a14:hiddenFill xmlns:a14="http://schemas.microsoft.com/office/drawing/2010/main">
                <a:solidFill>
                  <a:srgbClr val="C3CFE1"/>
                </a:solidFill>
              </a14:hiddenFill>
            </a:ext>
          </a:extLst>
        </p:spPr>
        <p:txBody>
          <a:bodyPr vert="horz" wrap="none" lIns="14288" tIns="0" rIns="14288"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DD84A4AC-8370-4B87-9535-2A114728EC94}" type="datetime'''''''4''''''''''''''''''''2'',''''''''6%'''''">
              <a:rPr kumimoji="0" lang="en-US" altLang="en-US" sz="8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ctr" defTabSz="914400" rtl="0" eaLnBrk="1" fontAlgn="auto" latinLnBrk="0" hangingPunct="1">
                <a:lnSpc>
                  <a:spcPct val="90000"/>
                </a:lnSpc>
                <a:spcBef>
                  <a:spcPct val="0"/>
                </a:spcBef>
                <a:spcAft>
                  <a:spcPct val="0"/>
                </a:spcAft>
                <a:buClrTx/>
                <a:buSzTx/>
                <a:buFont typeface="Arial" panose="020B0604020202020204" pitchFamily="34" charset="0"/>
                <a:buNone/>
                <a:tabLst/>
                <a:defRPr/>
              </a:pPr>
              <a:t>42,6%</a:t>
            </a:fld>
            <a:endParaRPr kumimoji="0" lang="en-US" sz="8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100" name="Text Placeholder 2">
            <a:extLst>
              <a:ext uri="{FF2B5EF4-FFF2-40B4-BE49-F238E27FC236}">
                <a16:creationId xmlns:a16="http://schemas.microsoft.com/office/drawing/2014/main" id="{E19D664E-F72B-71A4-7065-604DAB33422F}"/>
              </a:ext>
            </a:extLst>
          </p:cNvPr>
          <p:cNvSpPr>
            <a:spLocks noGrp="1"/>
          </p:cNvSpPr>
          <p:nvPr>
            <p:custDataLst>
              <p:tags r:id="rId6"/>
            </p:custDataLst>
          </p:nvPr>
        </p:nvSpPr>
        <p:spPr bwMode="auto">
          <a:xfrm>
            <a:off x="719138" y="3698875"/>
            <a:ext cx="781050" cy="1095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E2126B98-82C2-4B42-8819-7DAE4DBF9277}" type="datetime'Re''''ma''''''''inin''''g ''bu''''''''d''''g''''''''''''et'''">
              <a:rPr kumimoji="0" lang="en-US" altLang="en-US" sz="8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r" defTabSz="914400" rtl="0" eaLnBrk="1" fontAlgn="auto" latinLnBrk="0" hangingPunct="1">
                <a:lnSpc>
                  <a:spcPct val="90000"/>
                </a:lnSpc>
                <a:spcBef>
                  <a:spcPct val="0"/>
                </a:spcBef>
                <a:spcAft>
                  <a:spcPct val="0"/>
                </a:spcAft>
                <a:buClrTx/>
                <a:buSzTx/>
                <a:buFont typeface="Arial" panose="020B0604020202020204" pitchFamily="34" charset="0"/>
                <a:buNone/>
                <a:tabLst/>
                <a:defRPr/>
              </a:pPr>
              <a:t>Remaining budget</a:t>
            </a:fld>
            <a:endParaRPr kumimoji="0" lang="en-US" sz="8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graphicFrame>
        <p:nvGraphicFramePr>
          <p:cNvPr id="38" name="Chart 37">
            <a:extLst>
              <a:ext uri="{FF2B5EF4-FFF2-40B4-BE49-F238E27FC236}">
                <a16:creationId xmlns:a16="http://schemas.microsoft.com/office/drawing/2014/main" id="{E7B138A9-E336-3582-A748-8B8B387FD722}"/>
              </a:ext>
            </a:extLst>
          </p:cNvPr>
          <p:cNvGraphicFramePr/>
          <p:nvPr>
            <p:custDataLst>
              <p:tags r:id="rId7"/>
            </p:custDataLst>
          </p:nvPr>
        </p:nvGraphicFramePr>
        <p:xfrm>
          <a:off x="6311900" y="4346575"/>
          <a:ext cx="2905125" cy="1381125"/>
        </p:xfrm>
        <a:graphic>
          <a:graphicData uri="http://schemas.openxmlformats.org/drawingml/2006/chart">
            <c:chart xmlns:c="http://schemas.openxmlformats.org/drawingml/2006/chart" xmlns:r="http://schemas.openxmlformats.org/officeDocument/2006/relationships" r:id="rId18"/>
          </a:graphicData>
        </a:graphic>
      </p:graphicFrame>
      <p:sp>
        <p:nvSpPr>
          <p:cNvPr id="105" name="Text Placeholder 2">
            <a:extLst>
              <a:ext uri="{FF2B5EF4-FFF2-40B4-BE49-F238E27FC236}">
                <a16:creationId xmlns:a16="http://schemas.microsoft.com/office/drawing/2014/main" id="{8EED84C6-50E6-6C43-8031-AFF6268E0C06}"/>
              </a:ext>
            </a:extLst>
          </p:cNvPr>
          <p:cNvSpPr>
            <a:spLocks noGrp="1"/>
          </p:cNvSpPr>
          <p:nvPr>
            <p:custDataLst>
              <p:tags r:id="rId8"/>
            </p:custDataLst>
          </p:nvPr>
        </p:nvSpPr>
        <p:spPr bwMode="auto">
          <a:xfrm>
            <a:off x="6035675" y="4721225"/>
            <a:ext cx="273050" cy="6318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eaVert" wrap="square"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9A732540-35EC-4CDB-AA19-76AA4E5B9CE4}" type="datetime'P''o''r''tf''''o''l''''io'''' ''''''''''''pro''''gr''a''mm''e'">
              <a:rPr kumimoji="0" lang="en-US" altLang="en-US" sz="10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ctr" defTabSz="914400" rtl="0" eaLnBrk="1" fontAlgn="auto" latinLnBrk="0" hangingPunct="1">
                <a:lnSpc>
                  <a:spcPct val="90000"/>
                </a:lnSpc>
                <a:spcBef>
                  <a:spcPct val="0"/>
                </a:spcBef>
                <a:spcAft>
                  <a:spcPct val="0"/>
                </a:spcAft>
                <a:buClrTx/>
                <a:buSzTx/>
                <a:buFont typeface="Arial" panose="020B0604020202020204" pitchFamily="34" charset="0"/>
                <a:buNone/>
                <a:tabLst/>
                <a:defRPr/>
              </a:pPr>
              <a:t>Portfolio programme</a:t>
            </a:fld>
            <a:endParaRPr kumimoji="0" lang="en-US" sz="10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112" name="Text Placeholder 2">
            <a:extLst>
              <a:ext uri="{FF2B5EF4-FFF2-40B4-BE49-F238E27FC236}">
                <a16:creationId xmlns:a16="http://schemas.microsoft.com/office/drawing/2014/main" id="{8EED84C6-50E6-6C43-8031-AFF6268E0C06}"/>
              </a:ext>
            </a:extLst>
          </p:cNvPr>
          <p:cNvSpPr>
            <a:spLocks noGrp="1"/>
          </p:cNvSpPr>
          <p:nvPr>
            <p:custDataLst>
              <p:tags r:id="rId9"/>
            </p:custDataLst>
          </p:nvPr>
        </p:nvSpPr>
        <p:spPr bwMode="gray">
          <a:xfrm>
            <a:off x="9159875" y="4968875"/>
            <a:ext cx="1841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ACF114F5-6D0E-4041-9ADF-5BD611E8ACB4}" type="datetime'''''''''''''''''''''''1''''''''7'''''">
              <a:rPr kumimoji="0" lang="en-US" altLang="en-US" sz="10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t>17</a:t>
            </a:fld>
            <a:endParaRPr kumimoji="0" lang="en-US" sz="10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142" name="Rectangle 141">
            <a:extLst>
              <a:ext uri="{FF2B5EF4-FFF2-40B4-BE49-F238E27FC236}">
                <a16:creationId xmlns:a16="http://schemas.microsoft.com/office/drawing/2014/main" id="{0541933F-3D6E-3212-72E3-B26B469F5C76}"/>
              </a:ext>
            </a:extLst>
          </p:cNvPr>
          <p:cNvSpPr/>
          <p:nvPr>
            <p:custDataLst>
              <p:tags r:id="rId10"/>
            </p:custDataLst>
          </p:nvPr>
        </p:nvSpPr>
        <p:spPr bwMode="auto">
          <a:xfrm>
            <a:off x="9459913" y="4830763"/>
            <a:ext cx="179388" cy="133350"/>
          </a:xfrm>
          <a:prstGeom prst="rect">
            <a:avLst/>
          </a:prstGeom>
          <a:solidFill>
            <a:srgbClr val="C0C0C0"/>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143" name="Rectangle 142">
            <a:extLst>
              <a:ext uri="{FF2B5EF4-FFF2-40B4-BE49-F238E27FC236}">
                <a16:creationId xmlns:a16="http://schemas.microsoft.com/office/drawing/2014/main" id="{4389351D-857C-71FA-3DAE-C914541419A0}"/>
              </a:ext>
            </a:extLst>
          </p:cNvPr>
          <p:cNvSpPr/>
          <p:nvPr>
            <p:custDataLst>
              <p:tags r:id="rId11"/>
            </p:custDataLst>
          </p:nvPr>
        </p:nvSpPr>
        <p:spPr bwMode="auto">
          <a:xfrm>
            <a:off x="9459913" y="5026025"/>
            <a:ext cx="179388" cy="133350"/>
          </a:xfrm>
          <a:prstGeom prst="rect">
            <a:avLst/>
          </a:prstGeom>
          <a:solidFill>
            <a:schemeClr val="folHlink"/>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111" name="Text Placeholder 2">
            <a:extLst>
              <a:ext uri="{FF2B5EF4-FFF2-40B4-BE49-F238E27FC236}">
                <a16:creationId xmlns:a16="http://schemas.microsoft.com/office/drawing/2014/main" id="{8EED84C6-50E6-6C43-8031-AFF6268E0C06}"/>
              </a:ext>
            </a:extLst>
          </p:cNvPr>
          <p:cNvSpPr>
            <a:spLocks noGrp="1"/>
          </p:cNvSpPr>
          <p:nvPr>
            <p:custDataLst>
              <p:tags r:id="rId12"/>
            </p:custDataLst>
          </p:nvPr>
        </p:nvSpPr>
        <p:spPr bwMode="auto">
          <a:xfrm>
            <a:off x="9690100" y="4838700"/>
            <a:ext cx="13430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B078C65D-C022-408B-9E8C-1065972AB594}" type="datetime'R''es''''''''''ou''''''rces ''o''n the groun''''''''d'''">
              <a:rPr kumimoji="0" lang="en-US" altLang="en-US" sz="10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t>Resources on the ground</a:t>
            </a:fld>
            <a:endParaRPr kumimoji="0" lang="en-US" sz="10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sp>
        <p:nvSpPr>
          <p:cNvPr id="110" name="Text Placeholder 2">
            <a:extLst>
              <a:ext uri="{FF2B5EF4-FFF2-40B4-BE49-F238E27FC236}">
                <a16:creationId xmlns:a16="http://schemas.microsoft.com/office/drawing/2014/main" id="{8EED84C6-50E6-6C43-8031-AFF6268E0C06}"/>
              </a:ext>
            </a:extLst>
          </p:cNvPr>
          <p:cNvSpPr>
            <a:spLocks noGrp="1"/>
          </p:cNvSpPr>
          <p:nvPr>
            <p:custDataLst>
              <p:tags r:id="rId13"/>
            </p:custDataLst>
          </p:nvPr>
        </p:nvSpPr>
        <p:spPr bwMode="auto">
          <a:xfrm>
            <a:off x="9690100" y="5033963"/>
            <a:ext cx="11731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fld id="{2111E36C-7CDE-4BA9-97F6-FAF28F3EFA12}" type="datetime'R''''e''so''''''urce''''s to'''''''''' b''''e'''' h''i''re''d'">
              <a:rPr kumimoji="0" lang="en-US" altLang="en-US" sz="1000" b="0" i="0" u="none" strike="noStrike" kern="1200" cap="none" spc="0" normalizeH="0" baseline="0" noProof="0" smtClean="0">
                <a:ln>
                  <a:noFill/>
                </a:ln>
                <a:solidFill>
                  <a:srgbClr val="606161"/>
                </a:solidFill>
                <a:effectLst/>
                <a:uLnTx/>
                <a:uFillTx/>
                <a:latin typeface="Franklin Gothic Book" panose="020B0503020102020204"/>
                <a:ea typeface="+mn-ea"/>
                <a:cs typeface="+mn-cs"/>
              </a:rPr>
              <a:pPr marL="0" marR="0" lvl="0" indent="0" algn="l" defTabSz="914400" rtl="0" eaLnBrk="1" fontAlgn="auto" latinLnBrk="0" hangingPunct="1">
                <a:lnSpc>
                  <a:spcPct val="90000"/>
                </a:lnSpc>
                <a:spcBef>
                  <a:spcPct val="0"/>
                </a:spcBef>
                <a:spcAft>
                  <a:spcPct val="0"/>
                </a:spcAft>
                <a:buClrTx/>
                <a:buSzTx/>
                <a:buFont typeface="Arial" panose="020B0604020202020204" pitchFamily="34" charset="0"/>
                <a:buNone/>
                <a:tabLst/>
                <a:defRPr/>
              </a:pPr>
              <a:t>Resources to be hired</a:t>
            </a:fld>
            <a:endParaRPr kumimoji="0" lang="en-US" sz="1000" b="0" i="0" u="none" strike="noStrike" kern="1200" cap="none" spc="0" normalizeH="0" baseline="0" noProof="0">
              <a:ln>
                <a:noFill/>
              </a:ln>
              <a:solidFill>
                <a:srgbClr val="606161"/>
              </a:solidFill>
              <a:effectLst/>
              <a:uLnTx/>
              <a:uFillTx/>
              <a:latin typeface="Franklin Gothic Book" panose="020B0503020102020204"/>
              <a:ea typeface="+mn-ea"/>
              <a:cs typeface="+mn-cs"/>
            </a:endParaRPr>
          </a:p>
        </p:txBody>
      </p:sp>
      <p:graphicFrame>
        <p:nvGraphicFramePr>
          <p:cNvPr id="188" name="Table 187">
            <a:extLst>
              <a:ext uri="{FF2B5EF4-FFF2-40B4-BE49-F238E27FC236}">
                <a16:creationId xmlns:a16="http://schemas.microsoft.com/office/drawing/2014/main" id="{35B53011-C1F5-C9E9-5184-03AB3C494D82}"/>
              </a:ext>
            </a:extLst>
          </p:cNvPr>
          <p:cNvGraphicFramePr>
            <a:graphicFrameLocks noGrp="1"/>
          </p:cNvGraphicFramePr>
          <p:nvPr/>
        </p:nvGraphicFramePr>
        <p:xfrm>
          <a:off x="3673233" y="3301127"/>
          <a:ext cx="7979350" cy="913184"/>
        </p:xfrm>
        <a:graphic>
          <a:graphicData uri="http://schemas.openxmlformats.org/drawingml/2006/table">
            <a:tbl>
              <a:tblPr bandRow="1">
                <a:tableStyleId>{073A0DAA-6AF3-43AB-8588-CEC1D06C72B9}</a:tableStyleId>
              </a:tblPr>
              <a:tblGrid>
                <a:gridCol w="1595870">
                  <a:extLst>
                    <a:ext uri="{9D8B030D-6E8A-4147-A177-3AD203B41FA5}">
                      <a16:colId xmlns:a16="http://schemas.microsoft.com/office/drawing/2014/main" val="3027169373"/>
                    </a:ext>
                  </a:extLst>
                </a:gridCol>
                <a:gridCol w="1595870">
                  <a:extLst>
                    <a:ext uri="{9D8B030D-6E8A-4147-A177-3AD203B41FA5}">
                      <a16:colId xmlns:a16="http://schemas.microsoft.com/office/drawing/2014/main" val="2999927820"/>
                    </a:ext>
                  </a:extLst>
                </a:gridCol>
                <a:gridCol w="1595870">
                  <a:extLst>
                    <a:ext uri="{9D8B030D-6E8A-4147-A177-3AD203B41FA5}">
                      <a16:colId xmlns:a16="http://schemas.microsoft.com/office/drawing/2014/main" val="3858001945"/>
                    </a:ext>
                  </a:extLst>
                </a:gridCol>
                <a:gridCol w="1595870">
                  <a:extLst>
                    <a:ext uri="{9D8B030D-6E8A-4147-A177-3AD203B41FA5}">
                      <a16:colId xmlns:a16="http://schemas.microsoft.com/office/drawing/2014/main" val="3214047573"/>
                    </a:ext>
                  </a:extLst>
                </a:gridCol>
                <a:gridCol w="1595870">
                  <a:extLst>
                    <a:ext uri="{9D8B030D-6E8A-4147-A177-3AD203B41FA5}">
                      <a16:colId xmlns:a16="http://schemas.microsoft.com/office/drawing/2014/main" val="2334989945"/>
                    </a:ext>
                  </a:extLst>
                </a:gridCol>
              </a:tblGrid>
              <a:tr h="393795">
                <a:tc>
                  <a:txBody>
                    <a:bodyPr/>
                    <a:lstStyle/>
                    <a:p>
                      <a:r>
                        <a:rPr lang="en-US" sz="1300" b="1">
                          <a:solidFill>
                            <a:schemeClr val="tx1"/>
                          </a:solidFill>
                        </a:rPr>
                        <a:t>Budget</a:t>
                      </a:r>
                    </a:p>
                  </a:txBody>
                  <a:tcPr>
                    <a:solidFill>
                      <a:srgbClr val="B17ED8"/>
                    </a:solidFill>
                  </a:tcPr>
                </a:tc>
                <a:tc>
                  <a:txBody>
                    <a:bodyPr/>
                    <a:lstStyle/>
                    <a:p>
                      <a:r>
                        <a:rPr lang="en-US" sz="1300" b="1">
                          <a:solidFill>
                            <a:schemeClr val="tx1"/>
                          </a:solidFill>
                        </a:rPr>
                        <a:t>Spend YTD</a:t>
                      </a:r>
                    </a:p>
                  </a:txBody>
                  <a:tcPr>
                    <a:solidFill>
                      <a:srgbClr val="B17ED8"/>
                    </a:solidFill>
                  </a:tcPr>
                </a:tc>
                <a:tc>
                  <a:txBody>
                    <a:bodyPr/>
                    <a:lstStyle/>
                    <a:p>
                      <a:r>
                        <a:rPr lang="en-US" sz="1300" b="1">
                          <a:solidFill>
                            <a:schemeClr val="tx1"/>
                          </a:solidFill>
                        </a:rPr>
                        <a:t>Forecast</a:t>
                      </a:r>
                    </a:p>
                  </a:txBody>
                  <a:tcPr>
                    <a:solidFill>
                      <a:srgbClr val="B17ED8"/>
                    </a:solidFill>
                  </a:tcPr>
                </a:tc>
                <a:tc>
                  <a:txBody>
                    <a:bodyPr/>
                    <a:lstStyle/>
                    <a:p>
                      <a:r>
                        <a:rPr lang="en-US" sz="1300" b="1">
                          <a:solidFill>
                            <a:schemeClr val="tx1"/>
                          </a:solidFill>
                        </a:rPr>
                        <a:t>Variance to budget</a:t>
                      </a:r>
                    </a:p>
                  </a:txBody>
                  <a:tcPr>
                    <a:solidFill>
                      <a:srgbClr val="B17ED8"/>
                    </a:solidFill>
                  </a:tcPr>
                </a:tc>
                <a:tc>
                  <a:txBody>
                    <a:bodyPr/>
                    <a:lstStyle/>
                    <a:p>
                      <a:r>
                        <a:rPr lang="en-US" sz="1300" b="1">
                          <a:solidFill>
                            <a:schemeClr val="tx1"/>
                          </a:solidFill>
                        </a:rPr>
                        <a:t>Variance %</a:t>
                      </a:r>
                    </a:p>
                  </a:txBody>
                  <a:tcPr>
                    <a:solidFill>
                      <a:srgbClr val="B17ED8"/>
                    </a:solidFill>
                  </a:tcPr>
                </a:tc>
                <a:extLst>
                  <a:ext uri="{0D108BD9-81ED-4DB2-BD59-A6C34878D82A}">
                    <a16:rowId xmlns:a16="http://schemas.microsoft.com/office/drawing/2014/main" val="3951504893"/>
                  </a:ext>
                </a:extLst>
              </a:tr>
              <a:tr h="519389">
                <a:tc>
                  <a:txBody>
                    <a:bodyPr/>
                    <a:lstStyle/>
                    <a:p>
                      <a:r>
                        <a:rPr lang="en-US" sz="1200" b="0">
                          <a:solidFill>
                            <a:schemeClr val="bg1"/>
                          </a:solidFill>
                        </a:rPr>
                        <a:t>#Budget</a:t>
                      </a:r>
                    </a:p>
                  </a:txBody>
                  <a:tcPr>
                    <a:solidFill>
                      <a:schemeClr val="tx1">
                        <a:lumMod val="95000"/>
                      </a:schemeClr>
                    </a:solidFill>
                  </a:tcPr>
                </a:tc>
                <a:tc>
                  <a:txBody>
                    <a:bodyPr/>
                    <a:lstStyle/>
                    <a:p>
                      <a:r>
                        <a:rPr lang="en-US" sz="1200" b="0">
                          <a:solidFill>
                            <a:schemeClr val="bg1"/>
                          </a:solidFill>
                        </a:rPr>
                        <a:t>#Date</a:t>
                      </a:r>
                    </a:p>
                  </a:txBody>
                  <a:tcPr>
                    <a:solidFill>
                      <a:schemeClr val="tx1">
                        <a:lumMod val="95000"/>
                      </a:schemeClr>
                    </a:solidFill>
                  </a:tcPr>
                </a:tc>
                <a:tc>
                  <a:txBody>
                    <a:bodyPr/>
                    <a:lstStyle/>
                    <a:p>
                      <a:r>
                        <a:rPr lang="en-US" sz="1200" b="0">
                          <a:solidFill>
                            <a:schemeClr val="bg1"/>
                          </a:solidFill>
                        </a:rPr>
                        <a:t>#Forecast</a:t>
                      </a:r>
                    </a:p>
                  </a:txBody>
                  <a:tcPr>
                    <a:solidFill>
                      <a:schemeClr val="tx1">
                        <a:lumMod val="95000"/>
                      </a:schemeClr>
                    </a:solidFill>
                  </a:tcPr>
                </a:tc>
                <a:tc>
                  <a:txBody>
                    <a:bodyPr/>
                    <a:lstStyle/>
                    <a:p>
                      <a:r>
                        <a:rPr lang="en-US" sz="1200" b="0">
                          <a:solidFill>
                            <a:schemeClr val="bg1"/>
                          </a:solidFill>
                        </a:rPr>
                        <a:t>#Variance</a:t>
                      </a:r>
                    </a:p>
                  </a:txBody>
                  <a:tcPr>
                    <a:solidFill>
                      <a:schemeClr val="tx1">
                        <a:lumMod val="95000"/>
                      </a:schemeClr>
                    </a:solidFill>
                  </a:tcPr>
                </a:tc>
                <a:tc>
                  <a:txBody>
                    <a:bodyPr/>
                    <a:lstStyle/>
                    <a:p>
                      <a:r>
                        <a:rPr lang="en-US" sz="1200" b="0">
                          <a:solidFill>
                            <a:schemeClr val="bg1"/>
                          </a:solidFill>
                        </a:rPr>
                        <a:t>#VarPer</a:t>
                      </a:r>
                    </a:p>
                  </a:txBody>
                  <a:tcPr>
                    <a:solidFill>
                      <a:schemeClr val="tx1">
                        <a:lumMod val="95000"/>
                      </a:schemeClr>
                    </a:solidFill>
                  </a:tcPr>
                </a:tc>
                <a:extLst>
                  <a:ext uri="{0D108BD9-81ED-4DB2-BD59-A6C34878D82A}">
                    <a16:rowId xmlns:a16="http://schemas.microsoft.com/office/drawing/2014/main" val="3005324216"/>
                  </a:ext>
                </a:extLst>
              </a:tr>
            </a:tbl>
          </a:graphicData>
        </a:graphic>
      </p:graphicFrame>
    </p:spTree>
    <p:extLst>
      <p:ext uri="{BB962C8B-B14F-4D97-AF65-F5344CB8AC3E}">
        <p14:creationId xmlns:p14="http://schemas.microsoft.com/office/powerpoint/2010/main" val="19843501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_JwzXy.4.Wd8_K_LnXfmF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SHrY7TMYAXbcMf9uDIHYI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TMj4vLfaDiFhvxAqNZPSa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omOqKVPIzfT5YIv4i.lxH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xIdkzrvCJAnDaOSvrDgXh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4zeWBitibjVUZhjRDp3cg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tsB.bUv37tUKU3Rvwe9Q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v9mtT7WRvO2w5FIrXR7IG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1TIUx2cUwyyp9HtZa.X5P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zWT6AQsvdmBmt6doP2ZQd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m3PZkNqkt6gFdf84SoTR7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exek8U.4SBpVaYcm94unSw"/>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rimstone">
  <a:themeElements>
    <a:clrScheme name="Trimstone Claire">
      <a:dk1>
        <a:srgbClr val="606161"/>
      </a:dk1>
      <a:lt1>
        <a:srgbClr val="FFFFFF"/>
      </a:lt1>
      <a:dk2>
        <a:srgbClr val="424242"/>
      </a:dk2>
      <a:lt2>
        <a:srgbClr val="DBD5CD"/>
      </a:lt2>
      <a:accent1>
        <a:srgbClr val="EF8354"/>
      </a:accent1>
      <a:accent2>
        <a:srgbClr val="F7C1AA"/>
      </a:accent2>
      <a:accent3>
        <a:srgbClr val="EDECE8"/>
      </a:accent3>
      <a:accent4>
        <a:srgbClr val="9599A1"/>
      </a:accent4>
      <a:accent5>
        <a:srgbClr val="3A698D"/>
      </a:accent5>
      <a:accent6>
        <a:srgbClr val="2C3041"/>
      </a:accent6>
      <a:hlink>
        <a:srgbClr val="2F5496"/>
      </a:hlink>
      <a:folHlink>
        <a:srgbClr val="B4C6E7"/>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 Trimstone Template PPT" id="{475FC4D9-651E-49D3-B4B6-6658CEDE5DB4}" vid="{7C20CC94-1356-48FD-94E1-754BDFAC2CFD}"/>
    </a:ext>
  </a:extLst>
</a:theme>
</file>

<file path=docProps/app.xml><?xml version="1.0" encoding="utf-8"?>
<Properties xmlns="http://schemas.openxmlformats.org/officeDocument/2006/extended-properties" xmlns:vt="http://schemas.openxmlformats.org/officeDocument/2006/docPropsVTypes">
  <TotalTime>239</TotalTime>
  <Words>428</Words>
  <Application>Microsoft Office PowerPoint</Application>
  <PresentationFormat>Widescreen</PresentationFormat>
  <Paragraphs>124</Paragraphs>
  <Slides>6</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7" baseType="lpstr">
      <vt:lpstr>Aptos</vt:lpstr>
      <vt:lpstr>Aptos Display</vt:lpstr>
      <vt:lpstr>Arial</vt:lpstr>
      <vt:lpstr>Courier New</vt:lpstr>
      <vt:lpstr>Franklin Gothic Book</vt:lpstr>
      <vt:lpstr>Franklin Gothic Medium</vt:lpstr>
      <vt:lpstr>Verdana</vt:lpstr>
      <vt:lpstr>Wingdings</vt:lpstr>
      <vt:lpstr>Office Theme</vt:lpstr>
      <vt:lpstr>Trimstone</vt:lpstr>
      <vt:lpstr>think-cell Slide</vt:lpstr>
      <vt:lpstr>Lyra – reporting amendments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Rebecca Le bredonchel</dc:creator>
  <cp:lastModifiedBy>Rebecca Le bredonchel</cp:lastModifiedBy>
  <cp:revision>9</cp:revision>
  <dcterms:created xsi:type="dcterms:W3CDTF">2026-04-17T17:52:11Z</dcterms:created>
  <dcterms:modified xsi:type="dcterms:W3CDTF">2026-04-18T23:51:11Z</dcterms:modified>
</cp:coreProperties>
</file>