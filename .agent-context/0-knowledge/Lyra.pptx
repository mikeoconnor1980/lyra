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301" r:id="rId4"/>
    <p:sldId id="305" r:id="rId5"/>
    <p:sldId id="321" r:id="rId6"/>
    <p:sldId id="312" r:id="rId7"/>
    <p:sldId id="266" r:id="rId8"/>
    <p:sldId id="320" r:id="rId9"/>
    <p:sldId id="325" r:id="rId10"/>
    <p:sldId id="303" r:id="rId11"/>
    <p:sldId id="316" r:id="rId12"/>
    <p:sldId id="315" r:id="rId13"/>
    <p:sldId id="304" r:id="rId14"/>
    <p:sldId id="323" r:id="rId15"/>
    <p:sldId id="307" r:id="rId16"/>
    <p:sldId id="314" r:id="rId17"/>
    <p:sldId id="317" r:id="rId18"/>
    <p:sldId id="318" r:id="rId19"/>
    <p:sldId id="258" r:id="rId20"/>
    <p:sldId id="265" r:id="rId21"/>
    <p:sldId id="319" r:id="rId22"/>
    <p:sldId id="259" r:id="rId23"/>
    <p:sldId id="322" r:id="rId24"/>
    <p:sldId id="32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5" autoAdjust="0"/>
    <p:restoredTop sz="94660"/>
  </p:normalViewPr>
  <p:slideViewPr>
    <p:cSldViewPr snapToGrid="0">
      <p:cViewPr varScale="1">
        <p:scale>
          <a:sx n="106" d="100"/>
          <a:sy n="106" d="100"/>
        </p:scale>
        <p:origin x="22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03BA90-4FBD-4495-A3AD-24E1F6B70F53}"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F03E5C-3EE3-4D4E-A33A-ACE28AE88365}">
      <dgm:prSet/>
      <dgm:spPr/>
      <dgm:t>
        <a:bodyPr/>
        <a:lstStyle/>
        <a:p>
          <a:r>
            <a:rPr lang="en-GB"/>
            <a:t>Flexibility, configurable by user</a:t>
          </a:r>
          <a:endParaRPr lang="en-US"/>
        </a:p>
      </dgm:t>
    </dgm:pt>
    <dgm:pt modelId="{CC6D7087-0AA3-4F31-A1AF-4C81686ED6F5}" type="parTrans" cxnId="{12AC2690-6CDE-49A8-894A-738D56552F14}">
      <dgm:prSet/>
      <dgm:spPr/>
      <dgm:t>
        <a:bodyPr/>
        <a:lstStyle/>
        <a:p>
          <a:endParaRPr lang="en-US"/>
        </a:p>
      </dgm:t>
    </dgm:pt>
    <dgm:pt modelId="{859E680F-A019-45BB-B92B-ED1819FC2655}" type="sibTrans" cxnId="{12AC2690-6CDE-49A8-894A-738D56552F14}">
      <dgm:prSet/>
      <dgm:spPr/>
      <dgm:t>
        <a:bodyPr/>
        <a:lstStyle/>
        <a:p>
          <a:endParaRPr lang="en-US"/>
        </a:p>
      </dgm:t>
    </dgm:pt>
    <dgm:pt modelId="{3FD99467-7B23-431E-9FE7-D79360FFC8E9}">
      <dgm:prSet/>
      <dgm:spPr/>
      <dgm:t>
        <a:bodyPr/>
        <a:lstStyle/>
        <a:p>
          <a:r>
            <a:rPr lang="en-GB" dirty="0"/>
            <a:t>Exec reporting has to look best in class and be usable in the boardroom</a:t>
          </a:r>
          <a:endParaRPr lang="en-US" dirty="0"/>
        </a:p>
      </dgm:t>
    </dgm:pt>
    <dgm:pt modelId="{DFF1118F-A5ED-4FA8-8E36-DA66896001D1}" type="parTrans" cxnId="{BBA4569C-6E93-431E-8A71-56ACCB607B23}">
      <dgm:prSet/>
      <dgm:spPr/>
      <dgm:t>
        <a:bodyPr/>
        <a:lstStyle/>
        <a:p>
          <a:endParaRPr lang="en-US"/>
        </a:p>
      </dgm:t>
    </dgm:pt>
    <dgm:pt modelId="{F2C768F9-2150-4C59-9F02-FB25596CA1F5}" type="sibTrans" cxnId="{BBA4569C-6E93-431E-8A71-56ACCB607B23}">
      <dgm:prSet/>
      <dgm:spPr/>
      <dgm:t>
        <a:bodyPr/>
        <a:lstStyle/>
        <a:p>
          <a:endParaRPr lang="en-US"/>
        </a:p>
      </dgm:t>
    </dgm:pt>
    <dgm:pt modelId="{31D370A6-870D-4114-B5CD-428239779AB7}">
      <dgm:prSet/>
      <dgm:spPr/>
      <dgm:t>
        <a:bodyPr/>
        <a:lstStyle/>
        <a:p>
          <a:r>
            <a:rPr lang="en-GB"/>
            <a:t>Change control – real workflow</a:t>
          </a:r>
          <a:endParaRPr lang="en-US"/>
        </a:p>
      </dgm:t>
    </dgm:pt>
    <dgm:pt modelId="{9E0B95D0-043B-494B-A607-E23FDC49616E}" type="parTrans" cxnId="{D655E96A-DDB5-4CE0-8410-B302B5BE5812}">
      <dgm:prSet/>
      <dgm:spPr/>
      <dgm:t>
        <a:bodyPr/>
        <a:lstStyle/>
        <a:p>
          <a:endParaRPr lang="en-US"/>
        </a:p>
      </dgm:t>
    </dgm:pt>
    <dgm:pt modelId="{EFF3C40D-6E89-4287-BC2C-0362A9C934BD}" type="sibTrans" cxnId="{D655E96A-DDB5-4CE0-8410-B302B5BE5812}">
      <dgm:prSet/>
      <dgm:spPr/>
      <dgm:t>
        <a:bodyPr/>
        <a:lstStyle/>
        <a:p>
          <a:endParaRPr lang="en-US"/>
        </a:p>
      </dgm:t>
    </dgm:pt>
    <dgm:pt modelId="{C4517A48-E4C8-4599-A643-1BE8BF8B8287}">
      <dgm:prSet/>
      <dgm:spPr/>
      <dgm:t>
        <a:bodyPr/>
        <a:lstStyle/>
        <a:p>
          <a:r>
            <a:rPr lang="en-GB"/>
            <a:t>Dependencies have to be useful</a:t>
          </a:r>
          <a:endParaRPr lang="en-US"/>
        </a:p>
      </dgm:t>
    </dgm:pt>
    <dgm:pt modelId="{996B41D2-7CE3-4CCE-A0F9-933DFD9118DA}" type="parTrans" cxnId="{338F64CF-2578-45B9-A1EA-399854C9F6F0}">
      <dgm:prSet/>
      <dgm:spPr/>
      <dgm:t>
        <a:bodyPr/>
        <a:lstStyle/>
        <a:p>
          <a:endParaRPr lang="en-US"/>
        </a:p>
      </dgm:t>
    </dgm:pt>
    <dgm:pt modelId="{666135CF-C01E-4CA9-A671-6EDF12D8352D}" type="sibTrans" cxnId="{338F64CF-2578-45B9-A1EA-399854C9F6F0}">
      <dgm:prSet/>
      <dgm:spPr/>
      <dgm:t>
        <a:bodyPr/>
        <a:lstStyle/>
        <a:p>
          <a:endParaRPr lang="en-US"/>
        </a:p>
      </dgm:t>
    </dgm:pt>
    <dgm:pt modelId="{67D2476A-2C67-4FB3-8951-1D24081A1C87}">
      <dgm:prSet/>
      <dgm:spPr/>
      <dgm:t>
        <a:bodyPr/>
        <a:lstStyle/>
        <a:p>
          <a:r>
            <a:rPr lang="en-GB" dirty="0"/>
            <a:t>AI plan generation</a:t>
          </a:r>
          <a:endParaRPr lang="en-US" dirty="0"/>
        </a:p>
      </dgm:t>
    </dgm:pt>
    <dgm:pt modelId="{00419F0A-F333-4557-94B2-B68A964A716D}" type="parTrans" cxnId="{4287C812-EC3C-465E-9610-D0A3E957CAC6}">
      <dgm:prSet/>
      <dgm:spPr/>
      <dgm:t>
        <a:bodyPr/>
        <a:lstStyle/>
        <a:p>
          <a:endParaRPr lang="en-US"/>
        </a:p>
      </dgm:t>
    </dgm:pt>
    <dgm:pt modelId="{FF55C927-42E3-4C52-A57D-6D173A14FDD5}" type="sibTrans" cxnId="{4287C812-EC3C-465E-9610-D0A3E957CAC6}">
      <dgm:prSet/>
      <dgm:spPr/>
      <dgm:t>
        <a:bodyPr/>
        <a:lstStyle/>
        <a:p>
          <a:endParaRPr lang="en-US"/>
        </a:p>
      </dgm:t>
    </dgm:pt>
    <dgm:pt modelId="{5F433431-5E40-4E03-A4BB-987D3CD6F948}" type="pres">
      <dgm:prSet presAssocID="{8403BA90-4FBD-4495-A3AD-24E1F6B70F53}" presName="root" presStyleCnt="0">
        <dgm:presLayoutVars>
          <dgm:dir/>
          <dgm:resizeHandles val="exact"/>
        </dgm:presLayoutVars>
      </dgm:prSet>
      <dgm:spPr/>
    </dgm:pt>
    <dgm:pt modelId="{74206463-8258-4EA7-807A-02C56A902B20}" type="pres">
      <dgm:prSet presAssocID="{8403BA90-4FBD-4495-A3AD-24E1F6B70F53}" presName="container" presStyleCnt="0">
        <dgm:presLayoutVars>
          <dgm:dir/>
          <dgm:resizeHandles val="exact"/>
        </dgm:presLayoutVars>
      </dgm:prSet>
      <dgm:spPr/>
    </dgm:pt>
    <dgm:pt modelId="{DF1C3821-300D-49B6-BAFC-6E9D066440BF}" type="pres">
      <dgm:prSet presAssocID="{54F03E5C-3EE3-4D4E-A33A-ACE28AE88365}" presName="compNode" presStyleCnt="0"/>
      <dgm:spPr/>
    </dgm:pt>
    <dgm:pt modelId="{383E509D-4044-4273-A5DE-D1446C96DD08}" type="pres">
      <dgm:prSet presAssocID="{54F03E5C-3EE3-4D4E-A33A-ACE28AE88365}" presName="iconBgRect" presStyleLbl="bgShp" presStyleIdx="0" presStyleCnt="5"/>
      <dgm:spPr/>
    </dgm:pt>
    <dgm:pt modelId="{7F9179C9-9EE7-403F-A50F-2C840BE79BA8}" type="pres">
      <dgm:prSet presAssocID="{54F03E5C-3EE3-4D4E-A33A-ACE28AE88365}"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ears"/>
        </a:ext>
      </dgm:extLst>
    </dgm:pt>
    <dgm:pt modelId="{96A6645E-9543-4528-9893-1424C1178BC3}" type="pres">
      <dgm:prSet presAssocID="{54F03E5C-3EE3-4D4E-A33A-ACE28AE88365}" presName="spaceRect" presStyleCnt="0"/>
      <dgm:spPr/>
    </dgm:pt>
    <dgm:pt modelId="{BDC02A46-184F-4180-A282-1E44D8FAEF96}" type="pres">
      <dgm:prSet presAssocID="{54F03E5C-3EE3-4D4E-A33A-ACE28AE88365}" presName="textRect" presStyleLbl="revTx" presStyleIdx="0" presStyleCnt="5">
        <dgm:presLayoutVars>
          <dgm:chMax val="1"/>
          <dgm:chPref val="1"/>
        </dgm:presLayoutVars>
      </dgm:prSet>
      <dgm:spPr/>
    </dgm:pt>
    <dgm:pt modelId="{EBCF7EE8-FBB3-40FF-A92C-56F952A4C960}" type="pres">
      <dgm:prSet presAssocID="{859E680F-A019-45BB-B92B-ED1819FC2655}" presName="sibTrans" presStyleLbl="sibTrans2D1" presStyleIdx="0" presStyleCnt="0"/>
      <dgm:spPr/>
    </dgm:pt>
    <dgm:pt modelId="{66EF7135-A4EC-4BB1-A393-B647478A1872}" type="pres">
      <dgm:prSet presAssocID="{3FD99467-7B23-431E-9FE7-D79360FFC8E9}" presName="compNode" presStyleCnt="0"/>
      <dgm:spPr/>
    </dgm:pt>
    <dgm:pt modelId="{9D39CA1E-61CC-495E-8A80-4F2A22FECADC}" type="pres">
      <dgm:prSet presAssocID="{3FD99467-7B23-431E-9FE7-D79360FFC8E9}" presName="iconBgRect" presStyleLbl="bgShp" presStyleIdx="1" presStyleCnt="5"/>
      <dgm:spPr/>
    </dgm:pt>
    <dgm:pt modelId="{62C44DDA-395F-406C-9D82-58B105B834AD}" type="pres">
      <dgm:prSet presAssocID="{3FD99467-7B23-431E-9FE7-D79360FFC8E9}"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091AA92A-BBEB-4442-91F4-CFD4BC0D3299}" type="pres">
      <dgm:prSet presAssocID="{3FD99467-7B23-431E-9FE7-D79360FFC8E9}" presName="spaceRect" presStyleCnt="0"/>
      <dgm:spPr/>
    </dgm:pt>
    <dgm:pt modelId="{48B0F8DF-FD41-45FE-88AF-733F32FD7B5D}" type="pres">
      <dgm:prSet presAssocID="{3FD99467-7B23-431E-9FE7-D79360FFC8E9}" presName="textRect" presStyleLbl="revTx" presStyleIdx="1" presStyleCnt="5">
        <dgm:presLayoutVars>
          <dgm:chMax val="1"/>
          <dgm:chPref val="1"/>
        </dgm:presLayoutVars>
      </dgm:prSet>
      <dgm:spPr/>
    </dgm:pt>
    <dgm:pt modelId="{45E9E8BB-C5D3-4BF9-9021-9846C3EE9E85}" type="pres">
      <dgm:prSet presAssocID="{F2C768F9-2150-4C59-9F02-FB25596CA1F5}" presName="sibTrans" presStyleLbl="sibTrans2D1" presStyleIdx="0" presStyleCnt="0"/>
      <dgm:spPr/>
    </dgm:pt>
    <dgm:pt modelId="{63DA051C-69D4-48F0-8B6D-D79C947F6254}" type="pres">
      <dgm:prSet presAssocID="{31D370A6-870D-4114-B5CD-428239779AB7}" presName="compNode" presStyleCnt="0"/>
      <dgm:spPr/>
    </dgm:pt>
    <dgm:pt modelId="{77AD6338-CB84-4EDF-8180-10EB8E88D329}" type="pres">
      <dgm:prSet presAssocID="{31D370A6-870D-4114-B5CD-428239779AB7}" presName="iconBgRect" presStyleLbl="bgShp" presStyleIdx="2" presStyleCnt="5"/>
      <dgm:spPr/>
    </dgm:pt>
    <dgm:pt modelId="{9C3FB76E-1160-40BC-908A-FAEDD73F7BDA}" type="pres">
      <dgm:prSet presAssocID="{31D370A6-870D-4114-B5CD-428239779AB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ierarchy"/>
        </a:ext>
      </dgm:extLst>
    </dgm:pt>
    <dgm:pt modelId="{93737FB5-60E0-406F-B972-6974B5CD6D81}" type="pres">
      <dgm:prSet presAssocID="{31D370A6-870D-4114-B5CD-428239779AB7}" presName="spaceRect" presStyleCnt="0"/>
      <dgm:spPr/>
    </dgm:pt>
    <dgm:pt modelId="{0BFA0BF6-F5D3-4770-95F0-73085F54BA94}" type="pres">
      <dgm:prSet presAssocID="{31D370A6-870D-4114-B5CD-428239779AB7}" presName="textRect" presStyleLbl="revTx" presStyleIdx="2" presStyleCnt="5">
        <dgm:presLayoutVars>
          <dgm:chMax val="1"/>
          <dgm:chPref val="1"/>
        </dgm:presLayoutVars>
      </dgm:prSet>
      <dgm:spPr/>
    </dgm:pt>
    <dgm:pt modelId="{CFC9F8C3-C751-4BC4-905F-B6AA39E22030}" type="pres">
      <dgm:prSet presAssocID="{EFF3C40D-6E89-4287-BC2C-0362A9C934BD}" presName="sibTrans" presStyleLbl="sibTrans2D1" presStyleIdx="0" presStyleCnt="0"/>
      <dgm:spPr/>
    </dgm:pt>
    <dgm:pt modelId="{0B40C561-DE53-4793-9634-9C6FF05312A7}" type="pres">
      <dgm:prSet presAssocID="{C4517A48-E4C8-4599-A643-1BE8BF8B8287}" presName="compNode" presStyleCnt="0"/>
      <dgm:spPr/>
    </dgm:pt>
    <dgm:pt modelId="{95EBDF01-42F3-4909-9BBB-D9B42B83E259}" type="pres">
      <dgm:prSet presAssocID="{C4517A48-E4C8-4599-A643-1BE8BF8B8287}" presName="iconBgRect" presStyleLbl="bgShp" presStyleIdx="3" presStyleCnt="5"/>
      <dgm:spPr/>
    </dgm:pt>
    <dgm:pt modelId="{B4D7C563-1E90-400A-B7E6-C7F3F192836A}" type="pres">
      <dgm:prSet presAssocID="{C4517A48-E4C8-4599-A643-1BE8BF8B8287}"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06EF44DA-CDCE-4DC1-992F-F1BD0BF79049}" type="pres">
      <dgm:prSet presAssocID="{C4517A48-E4C8-4599-A643-1BE8BF8B8287}" presName="spaceRect" presStyleCnt="0"/>
      <dgm:spPr/>
    </dgm:pt>
    <dgm:pt modelId="{82970789-F0A8-464E-8CE8-B0F0C95CFF5A}" type="pres">
      <dgm:prSet presAssocID="{C4517A48-E4C8-4599-A643-1BE8BF8B8287}" presName="textRect" presStyleLbl="revTx" presStyleIdx="3" presStyleCnt="5">
        <dgm:presLayoutVars>
          <dgm:chMax val="1"/>
          <dgm:chPref val="1"/>
        </dgm:presLayoutVars>
      </dgm:prSet>
      <dgm:spPr/>
    </dgm:pt>
    <dgm:pt modelId="{90E71C7E-6C22-4A08-81A8-B089D302BD20}" type="pres">
      <dgm:prSet presAssocID="{666135CF-C01E-4CA9-A671-6EDF12D8352D}" presName="sibTrans" presStyleLbl="sibTrans2D1" presStyleIdx="0" presStyleCnt="0"/>
      <dgm:spPr/>
    </dgm:pt>
    <dgm:pt modelId="{7BE4CE11-0681-4B3D-B334-C5095FFA854C}" type="pres">
      <dgm:prSet presAssocID="{67D2476A-2C67-4FB3-8951-1D24081A1C87}" presName="compNode" presStyleCnt="0"/>
      <dgm:spPr/>
    </dgm:pt>
    <dgm:pt modelId="{C20C8C2D-16BC-4128-BA69-6402AE13E35A}" type="pres">
      <dgm:prSet presAssocID="{67D2476A-2C67-4FB3-8951-1D24081A1C87}" presName="iconBgRect" presStyleLbl="bgShp" presStyleIdx="4" presStyleCnt="5"/>
      <dgm:spPr/>
    </dgm:pt>
    <dgm:pt modelId="{262FF1EE-3EE2-41DD-9695-5FA16C1C7C64}" type="pres">
      <dgm:prSet presAssocID="{67D2476A-2C67-4FB3-8951-1D24081A1C87}"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67C58663-29DD-49BB-9C7C-5983DE1FF67C}" type="pres">
      <dgm:prSet presAssocID="{67D2476A-2C67-4FB3-8951-1D24081A1C87}" presName="spaceRect" presStyleCnt="0"/>
      <dgm:spPr/>
    </dgm:pt>
    <dgm:pt modelId="{B42849E4-6ECD-4B6F-9882-30C5AF3045B4}" type="pres">
      <dgm:prSet presAssocID="{67D2476A-2C67-4FB3-8951-1D24081A1C87}" presName="textRect" presStyleLbl="revTx" presStyleIdx="4" presStyleCnt="5">
        <dgm:presLayoutVars>
          <dgm:chMax val="1"/>
          <dgm:chPref val="1"/>
        </dgm:presLayoutVars>
      </dgm:prSet>
      <dgm:spPr/>
    </dgm:pt>
  </dgm:ptLst>
  <dgm:cxnLst>
    <dgm:cxn modelId="{4287C812-EC3C-465E-9610-D0A3E957CAC6}" srcId="{8403BA90-4FBD-4495-A3AD-24E1F6B70F53}" destId="{67D2476A-2C67-4FB3-8951-1D24081A1C87}" srcOrd="4" destOrd="0" parTransId="{00419F0A-F333-4557-94B2-B68A964A716D}" sibTransId="{FF55C927-42E3-4C52-A57D-6D173A14FDD5}"/>
    <dgm:cxn modelId="{29669A20-A721-41A7-B30E-867FF201BAE1}" type="presOf" srcId="{C4517A48-E4C8-4599-A643-1BE8BF8B8287}" destId="{82970789-F0A8-464E-8CE8-B0F0C95CFF5A}" srcOrd="0" destOrd="0" presId="urn:microsoft.com/office/officeart/2018/2/layout/IconCircleList"/>
    <dgm:cxn modelId="{226FB121-B262-4C26-B261-68F559661CA4}" type="presOf" srcId="{8403BA90-4FBD-4495-A3AD-24E1F6B70F53}" destId="{5F433431-5E40-4E03-A4BB-987D3CD6F948}" srcOrd="0" destOrd="0" presId="urn:microsoft.com/office/officeart/2018/2/layout/IconCircleList"/>
    <dgm:cxn modelId="{854C623C-BBBC-4705-8E89-9E18D39737C7}" type="presOf" srcId="{859E680F-A019-45BB-B92B-ED1819FC2655}" destId="{EBCF7EE8-FBB3-40FF-A92C-56F952A4C960}" srcOrd="0" destOrd="0" presId="urn:microsoft.com/office/officeart/2018/2/layout/IconCircleList"/>
    <dgm:cxn modelId="{72078F3C-A1DD-4B58-9284-052B8436C462}" type="presOf" srcId="{EFF3C40D-6E89-4287-BC2C-0362A9C934BD}" destId="{CFC9F8C3-C751-4BC4-905F-B6AA39E22030}" srcOrd="0" destOrd="0" presId="urn:microsoft.com/office/officeart/2018/2/layout/IconCircleList"/>
    <dgm:cxn modelId="{D655E96A-DDB5-4CE0-8410-B302B5BE5812}" srcId="{8403BA90-4FBD-4495-A3AD-24E1F6B70F53}" destId="{31D370A6-870D-4114-B5CD-428239779AB7}" srcOrd="2" destOrd="0" parTransId="{9E0B95D0-043B-494B-A607-E23FDC49616E}" sibTransId="{EFF3C40D-6E89-4287-BC2C-0362A9C934BD}"/>
    <dgm:cxn modelId="{BA63B778-E790-4143-ADC2-9DA353F01EA6}" type="presOf" srcId="{666135CF-C01E-4CA9-A671-6EDF12D8352D}" destId="{90E71C7E-6C22-4A08-81A8-B089D302BD20}" srcOrd="0" destOrd="0" presId="urn:microsoft.com/office/officeart/2018/2/layout/IconCircleList"/>
    <dgm:cxn modelId="{90AF4587-D9EE-456A-8CDD-DC1954FB1CE8}" type="presOf" srcId="{54F03E5C-3EE3-4D4E-A33A-ACE28AE88365}" destId="{BDC02A46-184F-4180-A282-1E44D8FAEF96}" srcOrd="0" destOrd="0" presId="urn:microsoft.com/office/officeart/2018/2/layout/IconCircleList"/>
    <dgm:cxn modelId="{134B538B-98C8-4108-8BA2-656AFAA17011}" type="presOf" srcId="{67D2476A-2C67-4FB3-8951-1D24081A1C87}" destId="{B42849E4-6ECD-4B6F-9882-30C5AF3045B4}" srcOrd="0" destOrd="0" presId="urn:microsoft.com/office/officeart/2018/2/layout/IconCircleList"/>
    <dgm:cxn modelId="{12AC2690-6CDE-49A8-894A-738D56552F14}" srcId="{8403BA90-4FBD-4495-A3AD-24E1F6B70F53}" destId="{54F03E5C-3EE3-4D4E-A33A-ACE28AE88365}" srcOrd="0" destOrd="0" parTransId="{CC6D7087-0AA3-4F31-A1AF-4C81686ED6F5}" sibTransId="{859E680F-A019-45BB-B92B-ED1819FC2655}"/>
    <dgm:cxn modelId="{BBA4569C-6E93-431E-8A71-56ACCB607B23}" srcId="{8403BA90-4FBD-4495-A3AD-24E1F6B70F53}" destId="{3FD99467-7B23-431E-9FE7-D79360FFC8E9}" srcOrd="1" destOrd="0" parTransId="{DFF1118F-A5ED-4FA8-8E36-DA66896001D1}" sibTransId="{F2C768F9-2150-4C59-9F02-FB25596CA1F5}"/>
    <dgm:cxn modelId="{B98CB9A4-F30F-446A-92B9-BB7FD45403A9}" type="presOf" srcId="{F2C768F9-2150-4C59-9F02-FB25596CA1F5}" destId="{45E9E8BB-C5D3-4BF9-9021-9846C3EE9E85}" srcOrd="0" destOrd="0" presId="urn:microsoft.com/office/officeart/2018/2/layout/IconCircleList"/>
    <dgm:cxn modelId="{338F64CF-2578-45B9-A1EA-399854C9F6F0}" srcId="{8403BA90-4FBD-4495-A3AD-24E1F6B70F53}" destId="{C4517A48-E4C8-4599-A643-1BE8BF8B8287}" srcOrd="3" destOrd="0" parTransId="{996B41D2-7CE3-4CCE-A0F9-933DFD9118DA}" sibTransId="{666135CF-C01E-4CA9-A671-6EDF12D8352D}"/>
    <dgm:cxn modelId="{620F79FE-1014-435B-BF7B-E4E3AB863B88}" type="presOf" srcId="{3FD99467-7B23-431E-9FE7-D79360FFC8E9}" destId="{48B0F8DF-FD41-45FE-88AF-733F32FD7B5D}" srcOrd="0" destOrd="0" presId="urn:microsoft.com/office/officeart/2018/2/layout/IconCircleList"/>
    <dgm:cxn modelId="{9E61C8FF-6D74-4D9E-9042-600DC6311E9D}" type="presOf" srcId="{31D370A6-870D-4114-B5CD-428239779AB7}" destId="{0BFA0BF6-F5D3-4770-95F0-73085F54BA94}" srcOrd="0" destOrd="0" presId="urn:microsoft.com/office/officeart/2018/2/layout/IconCircleList"/>
    <dgm:cxn modelId="{95F470E9-BE22-44C7-9155-A7661117CD9F}" type="presParOf" srcId="{5F433431-5E40-4E03-A4BB-987D3CD6F948}" destId="{74206463-8258-4EA7-807A-02C56A902B20}" srcOrd="0" destOrd="0" presId="urn:microsoft.com/office/officeart/2018/2/layout/IconCircleList"/>
    <dgm:cxn modelId="{8BB8141D-6CCC-4A12-AEBB-768A611BE5B2}" type="presParOf" srcId="{74206463-8258-4EA7-807A-02C56A902B20}" destId="{DF1C3821-300D-49B6-BAFC-6E9D066440BF}" srcOrd="0" destOrd="0" presId="urn:microsoft.com/office/officeart/2018/2/layout/IconCircleList"/>
    <dgm:cxn modelId="{B5F5721C-69D5-4E71-BA25-83FE4D526DB7}" type="presParOf" srcId="{DF1C3821-300D-49B6-BAFC-6E9D066440BF}" destId="{383E509D-4044-4273-A5DE-D1446C96DD08}" srcOrd="0" destOrd="0" presId="urn:microsoft.com/office/officeart/2018/2/layout/IconCircleList"/>
    <dgm:cxn modelId="{4FFDF681-639E-4967-B442-88B076AB13BC}" type="presParOf" srcId="{DF1C3821-300D-49B6-BAFC-6E9D066440BF}" destId="{7F9179C9-9EE7-403F-A50F-2C840BE79BA8}" srcOrd="1" destOrd="0" presId="urn:microsoft.com/office/officeart/2018/2/layout/IconCircleList"/>
    <dgm:cxn modelId="{1586CFEE-58AC-4C34-96DF-465D8A371F53}" type="presParOf" srcId="{DF1C3821-300D-49B6-BAFC-6E9D066440BF}" destId="{96A6645E-9543-4528-9893-1424C1178BC3}" srcOrd="2" destOrd="0" presId="urn:microsoft.com/office/officeart/2018/2/layout/IconCircleList"/>
    <dgm:cxn modelId="{8F0BEE0D-567E-4499-8A53-24A7D412220D}" type="presParOf" srcId="{DF1C3821-300D-49B6-BAFC-6E9D066440BF}" destId="{BDC02A46-184F-4180-A282-1E44D8FAEF96}" srcOrd="3" destOrd="0" presId="urn:microsoft.com/office/officeart/2018/2/layout/IconCircleList"/>
    <dgm:cxn modelId="{D487A1A3-030F-4DE0-95ED-2A86F7AB4990}" type="presParOf" srcId="{74206463-8258-4EA7-807A-02C56A902B20}" destId="{EBCF7EE8-FBB3-40FF-A92C-56F952A4C960}" srcOrd="1" destOrd="0" presId="urn:microsoft.com/office/officeart/2018/2/layout/IconCircleList"/>
    <dgm:cxn modelId="{FFD60BD2-12CA-4DE5-AB0B-4A74715016FF}" type="presParOf" srcId="{74206463-8258-4EA7-807A-02C56A902B20}" destId="{66EF7135-A4EC-4BB1-A393-B647478A1872}" srcOrd="2" destOrd="0" presId="urn:microsoft.com/office/officeart/2018/2/layout/IconCircleList"/>
    <dgm:cxn modelId="{CFA58173-368D-4DF7-9879-03B6BCFEDC63}" type="presParOf" srcId="{66EF7135-A4EC-4BB1-A393-B647478A1872}" destId="{9D39CA1E-61CC-495E-8A80-4F2A22FECADC}" srcOrd="0" destOrd="0" presId="urn:microsoft.com/office/officeart/2018/2/layout/IconCircleList"/>
    <dgm:cxn modelId="{F32A791D-D8AC-48A2-A76C-4DE0A80AF17D}" type="presParOf" srcId="{66EF7135-A4EC-4BB1-A393-B647478A1872}" destId="{62C44DDA-395F-406C-9D82-58B105B834AD}" srcOrd="1" destOrd="0" presId="urn:microsoft.com/office/officeart/2018/2/layout/IconCircleList"/>
    <dgm:cxn modelId="{63FBE018-49F2-4720-B336-1DBA4C5E5240}" type="presParOf" srcId="{66EF7135-A4EC-4BB1-A393-B647478A1872}" destId="{091AA92A-BBEB-4442-91F4-CFD4BC0D3299}" srcOrd="2" destOrd="0" presId="urn:microsoft.com/office/officeart/2018/2/layout/IconCircleList"/>
    <dgm:cxn modelId="{55C431D1-4A1C-476C-B596-126E39732DED}" type="presParOf" srcId="{66EF7135-A4EC-4BB1-A393-B647478A1872}" destId="{48B0F8DF-FD41-45FE-88AF-733F32FD7B5D}" srcOrd="3" destOrd="0" presId="urn:microsoft.com/office/officeart/2018/2/layout/IconCircleList"/>
    <dgm:cxn modelId="{756D1617-DA24-4677-9B0C-3A9D4582E609}" type="presParOf" srcId="{74206463-8258-4EA7-807A-02C56A902B20}" destId="{45E9E8BB-C5D3-4BF9-9021-9846C3EE9E85}" srcOrd="3" destOrd="0" presId="urn:microsoft.com/office/officeart/2018/2/layout/IconCircleList"/>
    <dgm:cxn modelId="{1B7E8166-0C30-4B47-BD4F-DA710A806800}" type="presParOf" srcId="{74206463-8258-4EA7-807A-02C56A902B20}" destId="{63DA051C-69D4-48F0-8B6D-D79C947F6254}" srcOrd="4" destOrd="0" presId="urn:microsoft.com/office/officeart/2018/2/layout/IconCircleList"/>
    <dgm:cxn modelId="{DC01CEB4-BCDA-4C48-9156-16A28DAC805B}" type="presParOf" srcId="{63DA051C-69D4-48F0-8B6D-D79C947F6254}" destId="{77AD6338-CB84-4EDF-8180-10EB8E88D329}" srcOrd="0" destOrd="0" presId="urn:microsoft.com/office/officeart/2018/2/layout/IconCircleList"/>
    <dgm:cxn modelId="{6AA49888-7F4C-4E58-BB5B-E813B1C7361A}" type="presParOf" srcId="{63DA051C-69D4-48F0-8B6D-D79C947F6254}" destId="{9C3FB76E-1160-40BC-908A-FAEDD73F7BDA}" srcOrd="1" destOrd="0" presId="urn:microsoft.com/office/officeart/2018/2/layout/IconCircleList"/>
    <dgm:cxn modelId="{487751D7-1AB2-4024-882E-FF1201C62B58}" type="presParOf" srcId="{63DA051C-69D4-48F0-8B6D-D79C947F6254}" destId="{93737FB5-60E0-406F-B972-6974B5CD6D81}" srcOrd="2" destOrd="0" presId="urn:microsoft.com/office/officeart/2018/2/layout/IconCircleList"/>
    <dgm:cxn modelId="{4EFED426-1FCC-4F6D-BDC3-3690B1EF3E59}" type="presParOf" srcId="{63DA051C-69D4-48F0-8B6D-D79C947F6254}" destId="{0BFA0BF6-F5D3-4770-95F0-73085F54BA94}" srcOrd="3" destOrd="0" presId="urn:microsoft.com/office/officeart/2018/2/layout/IconCircleList"/>
    <dgm:cxn modelId="{FD9062B8-7564-401A-A86B-373D18B1ED08}" type="presParOf" srcId="{74206463-8258-4EA7-807A-02C56A902B20}" destId="{CFC9F8C3-C751-4BC4-905F-B6AA39E22030}" srcOrd="5" destOrd="0" presId="urn:microsoft.com/office/officeart/2018/2/layout/IconCircleList"/>
    <dgm:cxn modelId="{C05F483A-B133-44E5-9160-824D7668E117}" type="presParOf" srcId="{74206463-8258-4EA7-807A-02C56A902B20}" destId="{0B40C561-DE53-4793-9634-9C6FF05312A7}" srcOrd="6" destOrd="0" presId="urn:microsoft.com/office/officeart/2018/2/layout/IconCircleList"/>
    <dgm:cxn modelId="{259C8C7B-1A27-43FF-AF3D-88ED662AACC0}" type="presParOf" srcId="{0B40C561-DE53-4793-9634-9C6FF05312A7}" destId="{95EBDF01-42F3-4909-9BBB-D9B42B83E259}" srcOrd="0" destOrd="0" presId="urn:microsoft.com/office/officeart/2018/2/layout/IconCircleList"/>
    <dgm:cxn modelId="{E7F73339-FEDC-4D3B-AAE8-C23E3AAB0D42}" type="presParOf" srcId="{0B40C561-DE53-4793-9634-9C6FF05312A7}" destId="{B4D7C563-1E90-400A-B7E6-C7F3F192836A}" srcOrd="1" destOrd="0" presId="urn:microsoft.com/office/officeart/2018/2/layout/IconCircleList"/>
    <dgm:cxn modelId="{70E037FF-C09E-46D3-A9C5-472E0C57F156}" type="presParOf" srcId="{0B40C561-DE53-4793-9634-9C6FF05312A7}" destId="{06EF44DA-CDCE-4DC1-992F-F1BD0BF79049}" srcOrd="2" destOrd="0" presId="urn:microsoft.com/office/officeart/2018/2/layout/IconCircleList"/>
    <dgm:cxn modelId="{CB14D5D5-0E3E-478C-9851-CA7CB519019D}" type="presParOf" srcId="{0B40C561-DE53-4793-9634-9C6FF05312A7}" destId="{82970789-F0A8-464E-8CE8-B0F0C95CFF5A}" srcOrd="3" destOrd="0" presId="urn:microsoft.com/office/officeart/2018/2/layout/IconCircleList"/>
    <dgm:cxn modelId="{5B7CEF09-D5AE-4EBD-AC60-9EFA57FB1ED2}" type="presParOf" srcId="{74206463-8258-4EA7-807A-02C56A902B20}" destId="{90E71C7E-6C22-4A08-81A8-B089D302BD20}" srcOrd="7" destOrd="0" presId="urn:microsoft.com/office/officeart/2018/2/layout/IconCircleList"/>
    <dgm:cxn modelId="{0E6BE836-EC68-4BD2-BF47-8FF738556550}" type="presParOf" srcId="{74206463-8258-4EA7-807A-02C56A902B20}" destId="{7BE4CE11-0681-4B3D-B334-C5095FFA854C}" srcOrd="8" destOrd="0" presId="urn:microsoft.com/office/officeart/2018/2/layout/IconCircleList"/>
    <dgm:cxn modelId="{0871640B-167B-46D1-BA75-6FB83D5AEB83}" type="presParOf" srcId="{7BE4CE11-0681-4B3D-B334-C5095FFA854C}" destId="{C20C8C2D-16BC-4128-BA69-6402AE13E35A}" srcOrd="0" destOrd="0" presId="urn:microsoft.com/office/officeart/2018/2/layout/IconCircleList"/>
    <dgm:cxn modelId="{EA11A619-D5BC-4AF4-B547-226B3B725093}" type="presParOf" srcId="{7BE4CE11-0681-4B3D-B334-C5095FFA854C}" destId="{262FF1EE-3EE2-41DD-9695-5FA16C1C7C64}" srcOrd="1" destOrd="0" presId="urn:microsoft.com/office/officeart/2018/2/layout/IconCircleList"/>
    <dgm:cxn modelId="{5106EC12-F7FD-47FD-A670-E0C810E65CCF}" type="presParOf" srcId="{7BE4CE11-0681-4B3D-B334-C5095FFA854C}" destId="{67C58663-29DD-49BB-9C7C-5983DE1FF67C}" srcOrd="2" destOrd="0" presId="urn:microsoft.com/office/officeart/2018/2/layout/IconCircleList"/>
    <dgm:cxn modelId="{B13F22F8-1876-4C7C-A0C7-FDD30601210E}" type="presParOf" srcId="{7BE4CE11-0681-4B3D-B334-C5095FFA854C}" destId="{B42849E4-6ECD-4B6F-9882-30C5AF3045B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C285C0-A60D-4966-B687-2451F84ECA96}" type="doc">
      <dgm:prSet loTypeId="urn:microsoft.com/office/officeart/2005/8/layout/hierarchy5" loCatId="hierarchy" qsTypeId="urn:microsoft.com/office/officeart/2005/8/quickstyle/simple4" qsCatId="simple" csTypeId="urn:microsoft.com/office/officeart/2005/8/colors/accent0_3" csCatId="mainScheme" phldr="1"/>
      <dgm:spPr/>
      <dgm:t>
        <a:bodyPr/>
        <a:lstStyle/>
        <a:p>
          <a:endParaRPr lang="en-GB"/>
        </a:p>
      </dgm:t>
    </dgm:pt>
    <dgm:pt modelId="{FCC78182-C1BF-4AED-96E7-5F4153536BCB}">
      <dgm:prSet phldrT="[Text]" phldr="0"/>
      <dgm:spPr/>
      <dgm:t>
        <a:bodyPr/>
        <a:lstStyle/>
        <a:p>
          <a:r>
            <a:rPr lang="en-GB" dirty="0"/>
            <a:t>Enterprise</a:t>
          </a:r>
        </a:p>
      </dgm:t>
    </dgm:pt>
    <dgm:pt modelId="{5DFC0CE4-1F36-4CD8-B09D-2E0039780EEC}" type="parTrans" cxnId="{905DA55C-8F34-457E-9159-C803C84B3C23}">
      <dgm:prSet/>
      <dgm:spPr/>
      <dgm:t>
        <a:bodyPr/>
        <a:lstStyle/>
        <a:p>
          <a:endParaRPr lang="en-GB"/>
        </a:p>
      </dgm:t>
    </dgm:pt>
    <dgm:pt modelId="{2DCC22F7-CD04-4F49-82CE-8FA2F48F7696}" type="sibTrans" cxnId="{905DA55C-8F34-457E-9159-C803C84B3C23}">
      <dgm:prSet/>
      <dgm:spPr/>
      <dgm:t>
        <a:bodyPr/>
        <a:lstStyle/>
        <a:p>
          <a:endParaRPr lang="en-GB"/>
        </a:p>
      </dgm:t>
    </dgm:pt>
    <dgm:pt modelId="{3F620A11-A404-4FCF-BF4A-45D45124AD3C}">
      <dgm:prSet phldrT="[Text]" phldr="0"/>
      <dgm:spPr/>
      <dgm:t>
        <a:bodyPr/>
        <a:lstStyle/>
        <a:p>
          <a:r>
            <a:rPr lang="en-GB" dirty="0"/>
            <a:t>Portfolio A</a:t>
          </a:r>
        </a:p>
      </dgm:t>
    </dgm:pt>
    <dgm:pt modelId="{307AB8F2-C2B3-480A-A3A6-17E6E2462330}" type="parTrans" cxnId="{8D36C176-65EE-4778-87C9-036B51DEB5B5}">
      <dgm:prSet/>
      <dgm:spPr/>
      <dgm:t>
        <a:bodyPr/>
        <a:lstStyle/>
        <a:p>
          <a:endParaRPr lang="en-GB"/>
        </a:p>
      </dgm:t>
    </dgm:pt>
    <dgm:pt modelId="{0DBD0EED-CEF5-4ECD-9109-86EDFF39ADE0}" type="sibTrans" cxnId="{8D36C176-65EE-4778-87C9-036B51DEB5B5}">
      <dgm:prSet/>
      <dgm:spPr/>
      <dgm:t>
        <a:bodyPr/>
        <a:lstStyle/>
        <a:p>
          <a:endParaRPr lang="en-GB"/>
        </a:p>
      </dgm:t>
    </dgm:pt>
    <dgm:pt modelId="{78A04E54-135F-426D-9E4E-8A7058780603}">
      <dgm:prSet phldrT="[Text]" phldr="0"/>
      <dgm:spPr/>
      <dgm:t>
        <a:bodyPr/>
        <a:lstStyle/>
        <a:p>
          <a:r>
            <a:rPr lang="en-GB" dirty="0"/>
            <a:t>Programme 1</a:t>
          </a:r>
        </a:p>
      </dgm:t>
    </dgm:pt>
    <dgm:pt modelId="{0B8537A6-3391-4410-A206-196E45C7DDD8}" type="parTrans" cxnId="{88D62FC4-B80E-4E9B-B5DB-0B347DC5DB27}">
      <dgm:prSet/>
      <dgm:spPr/>
      <dgm:t>
        <a:bodyPr/>
        <a:lstStyle/>
        <a:p>
          <a:endParaRPr lang="en-GB"/>
        </a:p>
      </dgm:t>
    </dgm:pt>
    <dgm:pt modelId="{E8F15EBC-0D89-4331-A268-9F5414BF21CC}" type="sibTrans" cxnId="{88D62FC4-B80E-4E9B-B5DB-0B347DC5DB27}">
      <dgm:prSet/>
      <dgm:spPr/>
      <dgm:t>
        <a:bodyPr/>
        <a:lstStyle/>
        <a:p>
          <a:endParaRPr lang="en-GB"/>
        </a:p>
      </dgm:t>
    </dgm:pt>
    <dgm:pt modelId="{76D03D77-2397-4AF6-B32F-ECE8AF9B4D29}">
      <dgm:prSet phldrT="[Text]" phldr="0"/>
      <dgm:spPr/>
      <dgm:t>
        <a:bodyPr/>
        <a:lstStyle/>
        <a:p>
          <a:r>
            <a:rPr lang="en-GB" dirty="0"/>
            <a:t>Programme 2</a:t>
          </a:r>
        </a:p>
      </dgm:t>
    </dgm:pt>
    <dgm:pt modelId="{5A561805-E6B9-4179-8CE0-A74D86910BE8}" type="parTrans" cxnId="{DDF721C5-261D-42A8-B780-898DAC83AC8E}">
      <dgm:prSet/>
      <dgm:spPr/>
      <dgm:t>
        <a:bodyPr/>
        <a:lstStyle/>
        <a:p>
          <a:endParaRPr lang="en-GB"/>
        </a:p>
      </dgm:t>
    </dgm:pt>
    <dgm:pt modelId="{648D8468-6CFA-4BEB-8BF1-2B58C4ADFA25}" type="sibTrans" cxnId="{DDF721C5-261D-42A8-B780-898DAC83AC8E}">
      <dgm:prSet/>
      <dgm:spPr/>
      <dgm:t>
        <a:bodyPr/>
        <a:lstStyle/>
        <a:p>
          <a:endParaRPr lang="en-GB"/>
        </a:p>
      </dgm:t>
    </dgm:pt>
    <dgm:pt modelId="{C9590870-132F-45F2-BE47-B3A8D03C42CC}">
      <dgm:prSet phldrT="[Text]" phldr="0"/>
      <dgm:spPr/>
      <dgm:t>
        <a:bodyPr/>
        <a:lstStyle/>
        <a:p>
          <a:r>
            <a:rPr lang="en-GB" dirty="0"/>
            <a:t>Portfolio B</a:t>
          </a:r>
        </a:p>
      </dgm:t>
    </dgm:pt>
    <dgm:pt modelId="{2A9EFC79-BCA4-4C46-9FEB-F29832228A98}" type="parTrans" cxnId="{29B02E15-8C9B-40D4-B82A-BAFC4A940D8E}">
      <dgm:prSet/>
      <dgm:spPr/>
      <dgm:t>
        <a:bodyPr/>
        <a:lstStyle/>
        <a:p>
          <a:endParaRPr lang="en-GB"/>
        </a:p>
      </dgm:t>
    </dgm:pt>
    <dgm:pt modelId="{C97B9359-F646-4D26-9678-AEDEDF914DDB}" type="sibTrans" cxnId="{29B02E15-8C9B-40D4-B82A-BAFC4A940D8E}">
      <dgm:prSet/>
      <dgm:spPr/>
      <dgm:t>
        <a:bodyPr/>
        <a:lstStyle/>
        <a:p>
          <a:endParaRPr lang="en-GB"/>
        </a:p>
      </dgm:t>
    </dgm:pt>
    <dgm:pt modelId="{B99AF748-D223-4BB8-8E07-FBBB997E09CA}">
      <dgm:prSet phldrT="[Text]" phldr="0"/>
      <dgm:spPr/>
      <dgm:t>
        <a:bodyPr/>
        <a:lstStyle/>
        <a:p>
          <a:r>
            <a:rPr lang="en-GB" dirty="0"/>
            <a:t>Vertical 1</a:t>
          </a:r>
        </a:p>
      </dgm:t>
    </dgm:pt>
    <dgm:pt modelId="{6F53F03B-CAED-409C-8D9E-9AEFF7D9FD3A}" type="parTrans" cxnId="{495BC17D-B84B-41D2-96D0-1618AA03868A}">
      <dgm:prSet/>
      <dgm:spPr/>
      <dgm:t>
        <a:bodyPr/>
        <a:lstStyle/>
        <a:p>
          <a:endParaRPr lang="en-GB"/>
        </a:p>
      </dgm:t>
    </dgm:pt>
    <dgm:pt modelId="{65215746-A31F-4F87-9D86-AA8DCB02541E}" type="sibTrans" cxnId="{495BC17D-B84B-41D2-96D0-1618AA03868A}">
      <dgm:prSet/>
      <dgm:spPr/>
      <dgm:t>
        <a:bodyPr/>
        <a:lstStyle/>
        <a:p>
          <a:endParaRPr lang="en-GB"/>
        </a:p>
      </dgm:t>
    </dgm:pt>
    <dgm:pt modelId="{C8750588-A7FD-4242-87C2-89F22503C47B}">
      <dgm:prSet phldrT="[Text]" phldr="0"/>
      <dgm:spPr/>
      <dgm:t>
        <a:bodyPr/>
        <a:lstStyle/>
        <a:p>
          <a:r>
            <a:rPr lang="en-GB" dirty="0"/>
            <a:t>Project x</a:t>
          </a:r>
        </a:p>
      </dgm:t>
    </dgm:pt>
    <dgm:pt modelId="{505F485C-7A90-4C64-99E6-CC2E69285DF0}" type="parTrans" cxnId="{0D68B34E-903A-4E3C-9012-7D28B1E29399}">
      <dgm:prSet/>
      <dgm:spPr/>
      <dgm:t>
        <a:bodyPr/>
        <a:lstStyle/>
        <a:p>
          <a:endParaRPr lang="en-GB"/>
        </a:p>
      </dgm:t>
    </dgm:pt>
    <dgm:pt modelId="{EB400671-F0E2-4B83-B2DD-AB6365A91F51}" type="sibTrans" cxnId="{0D68B34E-903A-4E3C-9012-7D28B1E29399}">
      <dgm:prSet/>
      <dgm:spPr/>
      <dgm:t>
        <a:bodyPr/>
        <a:lstStyle/>
        <a:p>
          <a:endParaRPr lang="en-GB"/>
        </a:p>
      </dgm:t>
    </dgm:pt>
    <dgm:pt modelId="{1F412813-0016-4BA7-B9FE-FB6EF2168BE5}">
      <dgm:prSet phldrT="[Text]" phldr="0"/>
      <dgm:spPr/>
      <dgm:t>
        <a:bodyPr/>
        <a:lstStyle/>
        <a:p>
          <a:r>
            <a:rPr lang="en-GB"/>
            <a:t>Workstream</a:t>
          </a:r>
          <a:endParaRPr lang="en-GB" dirty="0"/>
        </a:p>
      </dgm:t>
    </dgm:pt>
    <dgm:pt modelId="{69B647C0-07D3-4430-9FDF-248E3AB3E3CB}" type="parTrans" cxnId="{4FCE2218-E5B3-4892-8072-6340927F79AA}">
      <dgm:prSet/>
      <dgm:spPr/>
      <dgm:t>
        <a:bodyPr/>
        <a:lstStyle/>
        <a:p>
          <a:endParaRPr lang="en-GB"/>
        </a:p>
      </dgm:t>
    </dgm:pt>
    <dgm:pt modelId="{CDC1AFE7-78D8-4868-BC89-0C7AC034DD49}" type="sibTrans" cxnId="{4FCE2218-E5B3-4892-8072-6340927F79AA}">
      <dgm:prSet/>
      <dgm:spPr/>
      <dgm:t>
        <a:bodyPr/>
        <a:lstStyle/>
        <a:p>
          <a:endParaRPr lang="en-GB"/>
        </a:p>
      </dgm:t>
    </dgm:pt>
    <dgm:pt modelId="{F6B7F64B-0D08-463E-88AB-29F6FCF70D2F}">
      <dgm:prSet phldrT="[Text]" phldr="0"/>
      <dgm:spPr/>
      <dgm:t>
        <a:bodyPr/>
        <a:lstStyle/>
        <a:p>
          <a:r>
            <a:rPr lang="en-GB"/>
            <a:t>Task</a:t>
          </a:r>
          <a:endParaRPr lang="en-GB" dirty="0"/>
        </a:p>
      </dgm:t>
    </dgm:pt>
    <dgm:pt modelId="{02225554-1633-4546-BBB5-F04CBE95235C}" type="parTrans" cxnId="{FE2B2EB4-2326-450B-9EE2-521D2E42339C}">
      <dgm:prSet/>
      <dgm:spPr/>
      <dgm:t>
        <a:bodyPr/>
        <a:lstStyle/>
        <a:p>
          <a:endParaRPr lang="en-GB"/>
        </a:p>
      </dgm:t>
    </dgm:pt>
    <dgm:pt modelId="{46DC695C-8309-43AD-BEA9-136CAB132D05}" type="sibTrans" cxnId="{FE2B2EB4-2326-450B-9EE2-521D2E42339C}">
      <dgm:prSet/>
      <dgm:spPr/>
      <dgm:t>
        <a:bodyPr/>
        <a:lstStyle/>
        <a:p>
          <a:endParaRPr lang="en-GB"/>
        </a:p>
      </dgm:t>
    </dgm:pt>
    <dgm:pt modelId="{10E4FA72-C3F6-4E62-9681-3BE7F0E9E0F3}">
      <dgm:prSet phldrT="[Text]" phldr="0"/>
      <dgm:spPr/>
      <dgm:t>
        <a:bodyPr/>
        <a:lstStyle/>
        <a:p>
          <a:r>
            <a:rPr lang="en-GB" dirty="0"/>
            <a:t>Portfolio C</a:t>
          </a:r>
        </a:p>
      </dgm:t>
    </dgm:pt>
    <dgm:pt modelId="{A2F50101-F8CB-4D89-883C-B8D3CA44BD6F}" type="parTrans" cxnId="{311D6274-5596-4367-8E6A-A40B29A0A241}">
      <dgm:prSet/>
      <dgm:spPr/>
      <dgm:t>
        <a:bodyPr/>
        <a:lstStyle/>
        <a:p>
          <a:endParaRPr lang="en-GB"/>
        </a:p>
      </dgm:t>
    </dgm:pt>
    <dgm:pt modelId="{4A697997-A8BC-49E7-A91E-EE43AC0D4959}" type="sibTrans" cxnId="{311D6274-5596-4367-8E6A-A40B29A0A241}">
      <dgm:prSet/>
      <dgm:spPr/>
      <dgm:t>
        <a:bodyPr/>
        <a:lstStyle/>
        <a:p>
          <a:endParaRPr lang="en-GB"/>
        </a:p>
      </dgm:t>
    </dgm:pt>
    <dgm:pt modelId="{6DD4416C-4C66-48E0-ADFD-373247259FE2}">
      <dgm:prSet phldrT="[Text]" phldr="0"/>
      <dgm:spPr/>
      <dgm:t>
        <a:bodyPr/>
        <a:lstStyle/>
        <a:p>
          <a:r>
            <a:rPr lang="en-GB"/>
            <a:t>Programme 3</a:t>
          </a:r>
          <a:endParaRPr lang="en-GB" dirty="0"/>
        </a:p>
      </dgm:t>
    </dgm:pt>
    <dgm:pt modelId="{62A3D05F-033E-41B2-9270-FA4A7668DED8}" type="parTrans" cxnId="{BD9FF88F-C131-4C65-A536-299127282EDA}">
      <dgm:prSet/>
      <dgm:spPr/>
      <dgm:t>
        <a:bodyPr/>
        <a:lstStyle/>
        <a:p>
          <a:endParaRPr lang="en-GB"/>
        </a:p>
      </dgm:t>
    </dgm:pt>
    <dgm:pt modelId="{491047CE-5E84-4728-9E70-752B655DBE8F}" type="sibTrans" cxnId="{BD9FF88F-C131-4C65-A536-299127282EDA}">
      <dgm:prSet/>
      <dgm:spPr/>
      <dgm:t>
        <a:bodyPr/>
        <a:lstStyle/>
        <a:p>
          <a:endParaRPr lang="en-GB"/>
        </a:p>
      </dgm:t>
    </dgm:pt>
    <dgm:pt modelId="{35B75821-DB54-4B1B-833A-2F9F1455C769}">
      <dgm:prSet phldrT="[Text]" phldr="0"/>
      <dgm:spPr/>
      <dgm:t>
        <a:bodyPr/>
        <a:lstStyle/>
        <a:p>
          <a:r>
            <a:rPr lang="en-GB"/>
            <a:t>Project y</a:t>
          </a:r>
          <a:endParaRPr lang="en-GB" dirty="0"/>
        </a:p>
      </dgm:t>
    </dgm:pt>
    <dgm:pt modelId="{8ADFD264-B02D-4CC2-8575-197012AA7968}" type="parTrans" cxnId="{E2AC55D6-8998-4938-B7B1-B4458D025E42}">
      <dgm:prSet/>
      <dgm:spPr/>
      <dgm:t>
        <a:bodyPr/>
        <a:lstStyle/>
        <a:p>
          <a:endParaRPr lang="en-GB"/>
        </a:p>
      </dgm:t>
    </dgm:pt>
    <dgm:pt modelId="{99F59221-7705-41B7-90B4-1356E83CEEAD}" type="sibTrans" cxnId="{E2AC55D6-8998-4938-B7B1-B4458D025E42}">
      <dgm:prSet/>
      <dgm:spPr/>
      <dgm:t>
        <a:bodyPr/>
        <a:lstStyle/>
        <a:p>
          <a:endParaRPr lang="en-GB"/>
        </a:p>
      </dgm:t>
    </dgm:pt>
    <dgm:pt modelId="{3A73BF6D-E807-4D32-914C-76C1E1E449B1}">
      <dgm:prSet phldrT="[Text]" phldr="0"/>
      <dgm:spPr/>
      <dgm:t>
        <a:bodyPr/>
        <a:lstStyle/>
        <a:p>
          <a:r>
            <a:rPr lang="en-GB" dirty="0"/>
            <a:t>Project z</a:t>
          </a:r>
        </a:p>
      </dgm:t>
    </dgm:pt>
    <dgm:pt modelId="{67247484-965E-44BF-8256-F8331CB278D2}" type="parTrans" cxnId="{A16C2898-8D5C-4AE7-9AAA-85C16A5C09F6}">
      <dgm:prSet/>
      <dgm:spPr/>
      <dgm:t>
        <a:bodyPr/>
        <a:lstStyle/>
        <a:p>
          <a:endParaRPr lang="en-GB"/>
        </a:p>
      </dgm:t>
    </dgm:pt>
    <dgm:pt modelId="{28462064-6D69-4D22-85F0-19B569495843}" type="sibTrans" cxnId="{A16C2898-8D5C-4AE7-9AAA-85C16A5C09F6}">
      <dgm:prSet/>
      <dgm:spPr/>
      <dgm:t>
        <a:bodyPr/>
        <a:lstStyle/>
        <a:p>
          <a:endParaRPr lang="en-GB"/>
        </a:p>
      </dgm:t>
    </dgm:pt>
    <dgm:pt modelId="{C15723F8-8727-4C7A-A51F-F088CCB41F2C}">
      <dgm:prSet phldrT="[Text]" phldr="0"/>
      <dgm:spPr/>
      <dgm:t>
        <a:bodyPr/>
        <a:lstStyle/>
        <a:p>
          <a:r>
            <a:rPr lang="en-GB"/>
            <a:t>Programme C.1</a:t>
          </a:r>
          <a:endParaRPr lang="en-GB" dirty="0"/>
        </a:p>
      </dgm:t>
    </dgm:pt>
    <dgm:pt modelId="{68C00C28-F78B-4AC3-ADDE-113F83DA83E9}" type="parTrans" cxnId="{8DDD931C-D3CB-4808-956D-DE40A15CF5D6}">
      <dgm:prSet/>
      <dgm:spPr/>
      <dgm:t>
        <a:bodyPr/>
        <a:lstStyle/>
        <a:p>
          <a:endParaRPr lang="en-GB"/>
        </a:p>
      </dgm:t>
    </dgm:pt>
    <dgm:pt modelId="{398FC4DE-37F8-4622-A8B1-9F30F67C88BC}" type="sibTrans" cxnId="{8DDD931C-D3CB-4808-956D-DE40A15CF5D6}">
      <dgm:prSet/>
      <dgm:spPr/>
      <dgm:t>
        <a:bodyPr/>
        <a:lstStyle/>
        <a:p>
          <a:endParaRPr lang="en-GB"/>
        </a:p>
      </dgm:t>
    </dgm:pt>
    <dgm:pt modelId="{C2A32FA0-F42B-44CA-BA1D-68D967CF30B2}">
      <dgm:prSet phldrT="[Text]" phldr="0"/>
      <dgm:spPr/>
      <dgm:t>
        <a:bodyPr/>
        <a:lstStyle/>
        <a:p>
          <a:r>
            <a:rPr lang="en-GB"/>
            <a:t>Project C1.1</a:t>
          </a:r>
          <a:endParaRPr lang="en-GB" dirty="0"/>
        </a:p>
      </dgm:t>
    </dgm:pt>
    <dgm:pt modelId="{255F90AD-BC3B-4EEC-8927-D6577B7BD402}" type="parTrans" cxnId="{102D947D-50F9-463E-A691-9F2790B741AA}">
      <dgm:prSet/>
      <dgm:spPr/>
      <dgm:t>
        <a:bodyPr/>
        <a:lstStyle/>
        <a:p>
          <a:endParaRPr lang="en-GB"/>
        </a:p>
      </dgm:t>
    </dgm:pt>
    <dgm:pt modelId="{03359EC3-DAFF-4FFF-BEBC-EB6F1F84F2B4}" type="sibTrans" cxnId="{102D947D-50F9-463E-A691-9F2790B741AA}">
      <dgm:prSet/>
      <dgm:spPr/>
      <dgm:t>
        <a:bodyPr/>
        <a:lstStyle/>
        <a:p>
          <a:endParaRPr lang="en-GB"/>
        </a:p>
      </dgm:t>
    </dgm:pt>
    <dgm:pt modelId="{C370407C-AD33-403F-8629-61BD5F9E52A4}">
      <dgm:prSet phldrT="[Text]" phldr="0"/>
      <dgm:spPr/>
      <dgm:t>
        <a:bodyPr/>
        <a:lstStyle/>
        <a:p>
          <a:r>
            <a:rPr lang="en-GB"/>
            <a:t>Workstream C1.1.</a:t>
          </a:r>
          <a:endParaRPr lang="en-GB" dirty="0"/>
        </a:p>
      </dgm:t>
    </dgm:pt>
    <dgm:pt modelId="{22A80706-963A-437E-87C3-0696CC2A0A3A}" type="parTrans" cxnId="{F13B8DE6-8441-4AF5-8504-B91F799B673C}">
      <dgm:prSet/>
      <dgm:spPr/>
      <dgm:t>
        <a:bodyPr/>
        <a:lstStyle/>
        <a:p>
          <a:endParaRPr lang="en-GB"/>
        </a:p>
      </dgm:t>
    </dgm:pt>
    <dgm:pt modelId="{9B84C602-E685-43CE-920A-093E20E10D54}" type="sibTrans" cxnId="{F13B8DE6-8441-4AF5-8504-B91F799B673C}">
      <dgm:prSet/>
      <dgm:spPr/>
      <dgm:t>
        <a:bodyPr/>
        <a:lstStyle/>
        <a:p>
          <a:endParaRPr lang="en-GB"/>
        </a:p>
      </dgm:t>
    </dgm:pt>
    <dgm:pt modelId="{D3FE50D8-7489-468D-A76B-0C6579EBD54B}">
      <dgm:prSet phldrT="[Text]" phldr="0"/>
      <dgm:spPr/>
      <dgm:t>
        <a:bodyPr/>
        <a:lstStyle/>
        <a:p>
          <a:endParaRPr lang="en-GB" dirty="0"/>
        </a:p>
      </dgm:t>
    </dgm:pt>
    <dgm:pt modelId="{AD0D9767-E3C7-48A4-BD5F-95820319A792}" type="parTrans" cxnId="{E2ACB437-5598-4530-BAC6-04942F91F6FE}">
      <dgm:prSet/>
      <dgm:spPr/>
      <dgm:t>
        <a:bodyPr/>
        <a:lstStyle/>
        <a:p>
          <a:endParaRPr lang="en-GB"/>
        </a:p>
      </dgm:t>
    </dgm:pt>
    <dgm:pt modelId="{D4B2C887-D6CA-4F24-B496-36811AC9BEB9}" type="sibTrans" cxnId="{E2ACB437-5598-4530-BAC6-04942F91F6FE}">
      <dgm:prSet/>
      <dgm:spPr/>
      <dgm:t>
        <a:bodyPr/>
        <a:lstStyle/>
        <a:p>
          <a:endParaRPr lang="en-GB"/>
        </a:p>
      </dgm:t>
    </dgm:pt>
    <dgm:pt modelId="{9DE56387-6EF6-418E-8CAF-3B98E93C9B15}">
      <dgm:prSet phldrT="[Text]" phldr="0"/>
      <dgm:spPr/>
      <dgm:t>
        <a:bodyPr/>
        <a:lstStyle/>
        <a:p>
          <a:endParaRPr lang="en-GB" dirty="0"/>
        </a:p>
      </dgm:t>
    </dgm:pt>
    <dgm:pt modelId="{9847F4E4-524D-4000-BBD9-4F92C2DBF75B}" type="parTrans" cxnId="{D3FD32B7-661A-46CB-96AB-76001765ADBD}">
      <dgm:prSet/>
      <dgm:spPr/>
      <dgm:t>
        <a:bodyPr/>
        <a:lstStyle/>
        <a:p>
          <a:endParaRPr lang="en-GB"/>
        </a:p>
      </dgm:t>
    </dgm:pt>
    <dgm:pt modelId="{32CB2703-2D31-4C7F-846E-6B2B805B9EA3}" type="sibTrans" cxnId="{D3FD32B7-661A-46CB-96AB-76001765ADBD}">
      <dgm:prSet/>
      <dgm:spPr/>
      <dgm:t>
        <a:bodyPr/>
        <a:lstStyle/>
        <a:p>
          <a:endParaRPr lang="en-GB"/>
        </a:p>
      </dgm:t>
    </dgm:pt>
    <dgm:pt modelId="{35A2CDB3-7D65-40F9-B2B5-0E5061C99FAA}">
      <dgm:prSet phldrT="[Text]" phldr="0"/>
      <dgm:spPr/>
      <dgm:t>
        <a:bodyPr/>
        <a:lstStyle/>
        <a:p>
          <a:endParaRPr lang="en-GB" dirty="0"/>
        </a:p>
      </dgm:t>
    </dgm:pt>
    <dgm:pt modelId="{53FF0E52-D1AF-477F-85C4-F060F95C2F92}" type="parTrans" cxnId="{12EA09B7-1496-4747-AE00-541C360427E0}">
      <dgm:prSet/>
      <dgm:spPr/>
      <dgm:t>
        <a:bodyPr/>
        <a:lstStyle/>
        <a:p>
          <a:endParaRPr lang="en-GB"/>
        </a:p>
      </dgm:t>
    </dgm:pt>
    <dgm:pt modelId="{1F89B491-F6A7-418E-85A0-FF36F7A42FA2}" type="sibTrans" cxnId="{12EA09B7-1496-4747-AE00-541C360427E0}">
      <dgm:prSet/>
      <dgm:spPr/>
      <dgm:t>
        <a:bodyPr/>
        <a:lstStyle/>
        <a:p>
          <a:endParaRPr lang="en-GB"/>
        </a:p>
      </dgm:t>
    </dgm:pt>
    <dgm:pt modelId="{8C7CD212-3DAA-4C1C-AD9A-295D4BD4314B}">
      <dgm:prSet phldrT="[Text]" phldr="0"/>
      <dgm:spPr/>
      <dgm:t>
        <a:bodyPr/>
        <a:lstStyle/>
        <a:p>
          <a:endParaRPr lang="en-GB" dirty="0"/>
        </a:p>
      </dgm:t>
    </dgm:pt>
    <dgm:pt modelId="{7D35544E-8D6D-4338-9720-47B08060EC88}" type="parTrans" cxnId="{B8589B07-44B8-42B2-9C74-4009B04E392A}">
      <dgm:prSet/>
      <dgm:spPr/>
      <dgm:t>
        <a:bodyPr/>
        <a:lstStyle/>
        <a:p>
          <a:endParaRPr lang="en-GB"/>
        </a:p>
      </dgm:t>
    </dgm:pt>
    <dgm:pt modelId="{430E7E9E-ABBC-4111-8F02-1008DB7F61A9}" type="sibTrans" cxnId="{B8589B07-44B8-42B2-9C74-4009B04E392A}">
      <dgm:prSet/>
      <dgm:spPr/>
      <dgm:t>
        <a:bodyPr/>
        <a:lstStyle/>
        <a:p>
          <a:endParaRPr lang="en-GB"/>
        </a:p>
      </dgm:t>
    </dgm:pt>
    <dgm:pt modelId="{51DDDC4E-8DDB-4A10-95FA-C55B4CBC2AA7}">
      <dgm:prSet phldrT="[Text]" phldr="0"/>
      <dgm:spPr/>
      <dgm:t>
        <a:bodyPr/>
        <a:lstStyle/>
        <a:p>
          <a:endParaRPr lang="en-GB" dirty="0"/>
        </a:p>
      </dgm:t>
    </dgm:pt>
    <dgm:pt modelId="{01AE9006-36F3-475D-A218-36696356C8DF}" type="parTrans" cxnId="{71CDDFC7-D900-4D3A-8E2E-637937F8CF4E}">
      <dgm:prSet/>
      <dgm:spPr/>
      <dgm:t>
        <a:bodyPr/>
        <a:lstStyle/>
        <a:p>
          <a:endParaRPr lang="en-GB"/>
        </a:p>
      </dgm:t>
    </dgm:pt>
    <dgm:pt modelId="{75890385-ED45-4161-851D-9E49E14E47E0}" type="sibTrans" cxnId="{71CDDFC7-D900-4D3A-8E2E-637937F8CF4E}">
      <dgm:prSet/>
      <dgm:spPr/>
      <dgm:t>
        <a:bodyPr/>
        <a:lstStyle/>
        <a:p>
          <a:endParaRPr lang="en-GB"/>
        </a:p>
      </dgm:t>
    </dgm:pt>
    <dgm:pt modelId="{1778C01E-0A84-4308-A6DA-C39324081658}" type="pres">
      <dgm:prSet presAssocID="{BAC285C0-A60D-4966-B687-2451F84ECA96}" presName="mainComposite" presStyleCnt="0">
        <dgm:presLayoutVars>
          <dgm:chPref val="1"/>
          <dgm:dir/>
          <dgm:animOne val="branch"/>
          <dgm:animLvl val="lvl"/>
          <dgm:resizeHandles val="exact"/>
        </dgm:presLayoutVars>
      </dgm:prSet>
      <dgm:spPr/>
    </dgm:pt>
    <dgm:pt modelId="{B2281115-30D5-484A-8C6C-014D974C9237}" type="pres">
      <dgm:prSet presAssocID="{BAC285C0-A60D-4966-B687-2451F84ECA96}" presName="hierFlow" presStyleCnt="0"/>
      <dgm:spPr/>
    </dgm:pt>
    <dgm:pt modelId="{DE3A5895-3BAF-47B0-99F6-FDF36A30E789}" type="pres">
      <dgm:prSet presAssocID="{BAC285C0-A60D-4966-B687-2451F84ECA96}" presName="firstBuf" presStyleCnt="0"/>
      <dgm:spPr/>
    </dgm:pt>
    <dgm:pt modelId="{E67E0141-327B-413F-B025-76C582D37B34}" type="pres">
      <dgm:prSet presAssocID="{BAC285C0-A60D-4966-B687-2451F84ECA96}" presName="hierChild1" presStyleCnt="0">
        <dgm:presLayoutVars>
          <dgm:chPref val="1"/>
          <dgm:animOne val="branch"/>
          <dgm:animLvl val="lvl"/>
        </dgm:presLayoutVars>
      </dgm:prSet>
      <dgm:spPr/>
    </dgm:pt>
    <dgm:pt modelId="{6E3C3DD5-E1E6-4F9E-9961-72F2EF093D04}" type="pres">
      <dgm:prSet presAssocID="{FCC78182-C1BF-4AED-96E7-5F4153536BCB}" presName="Name17" presStyleCnt="0"/>
      <dgm:spPr/>
    </dgm:pt>
    <dgm:pt modelId="{6E36D7C9-D4B5-4D7C-8504-BCE1C25ABF1A}" type="pres">
      <dgm:prSet presAssocID="{FCC78182-C1BF-4AED-96E7-5F4153536BCB}" presName="level1Shape" presStyleLbl="node0" presStyleIdx="0" presStyleCnt="1">
        <dgm:presLayoutVars>
          <dgm:chPref val="3"/>
        </dgm:presLayoutVars>
      </dgm:prSet>
      <dgm:spPr/>
    </dgm:pt>
    <dgm:pt modelId="{81C852E8-47DE-4E38-A09E-F01AB6074C2C}" type="pres">
      <dgm:prSet presAssocID="{FCC78182-C1BF-4AED-96E7-5F4153536BCB}" presName="hierChild2" presStyleCnt="0"/>
      <dgm:spPr/>
    </dgm:pt>
    <dgm:pt modelId="{32E151FD-5361-4DE7-8DB2-58DD1CA6054B}" type="pres">
      <dgm:prSet presAssocID="{307AB8F2-C2B3-480A-A3A6-17E6E2462330}" presName="Name25" presStyleLbl="parChTrans1D2" presStyleIdx="0" presStyleCnt="3"/>
      <dgm:spPr/>
    </dgm:pt>
    <dgm:pt modelId="{26DA577B-03A3-4441-ACFB-5DF2F705144F}" type="pres">
      <dgm:prSet presAssocID="{307AB8F2-C2B3-480A-A3A6-17E6E2462330}" presName="connTx" presStyleLbl="parChTrans1D2" presStyleIdx="0" presStyleCnt="3"/>
      <dgm:spPr/>
    </dgm:pt>
    <dgm:pt modelId="{011ABA34-C45E-440A-AE68-8ED0B543FD19}" type="pres">
      <dgm:prSet presAssocID="{3F620A11-A404-4FCF-BF4A-45D45124AD3C}" presName="Name30" presStyleCnt="0"/>
      <dgm:spPr/>
    </dgm:pt>
    <dgm:pt modelId="{44A37A84-318F-40C5-8173-B6685887E62A}" type="pres">
      <dgm:prSet presAssocID="{3F620A11-A404-4FCF-BF4A-45D45124AD3C}" presName="level2Shape" presStyleLbl="node2" presStyleIdx="0" presStyleCnt="3"/>
      <dgm:spPr/>
    </dgm:pt>
    <dgm:pt modelId="{E327CA11-CE2A-494D-BC99-773A4170C628}" type="pres">
      <dgm:prSet presAssocID="{3F620A11-A404-4FCF-BF4A-45D45124AD3C}" presName="hierChild3" presStyleCnt="0"/>
      <dgm:spPr/>
    </dgm:pt>
    <dgm:pt modelId="{930A2BEE-8666-415A-98D6-656CCFB8EBC2}" type="pres">
      <dgm:prSet presAssocID="{0B8537A6-3391-4410-A206-196E45C7DDD8}" presName="Name25" presStyleLbl="parChTrans1D3" presStyleIdx="0" presStyleCnt="4"/>
      <dgm:spPr/>
    </dgm:pt>
    <dgm:pt modelId="{E3C8D475-284A-4229-948C-5AF790C6CD5E}" type="pres">
      <dgm:prSet presAssocID="{0B8537A6-3391-4410-A206-196E45C7DDD8}" presName="connTx" presStyleLbl="parChTrans1D3" presStyleIdx="0" presStyleCnt="4"/>
      <dgm:spPr/>
    </dgm:pt>
    <dgm:pt modelId="{4193337E-7EF6-418B-9230-CCDF48C1B930}" type="pres">
      <dgm:prSet presAssocID="{78A04E54-135F-426D-9E4E-8A7058780603}" presName="Name30" presStyleCnt="0"/>
      <dgm:spPr/>
    </dgm:pt>
    <dgm:pt modelId="{80BECEC4-B54F-400F-8929-9E6B44002390}" type="pres">
      <dgm:prSet presAssocID="{78A04E54-135F-426D-9E4E-8A7058780603}" presName="level2Shape" presStyleLbl="node3" presStyleIdx="0" presStyleCnt="4"/>
      <dgm:spPr/>
    </dgm:pt>
    <dgm:pt modelId="{978C9DC1-7289-438F-AC07-EBE934CFE7F4}" type="pres">
      <dgm:prSet presAssocID="{78A04E54-135F-426D-9E4E-8A7058780603}" presName="hierChild3" presStyleCnt="0"/>
      <dgm:spPr/>
    </dgm:pt>
    <dgm:pt modelId="{D482D821-AE14-43D1-823C-337BD2BC15C4}" type="pres">
      <dgm:prSet presAssocID="{505F485C-7A90-4C64-99E6-CC2E69285DF0}" presName="Name25" presStyleLbl="parChTrans1D4" presStyleIdx="0" presStyleCnt="7"/>
      <dgm:spPr/>
    </dgm:pt>
    <dgm:pt modelId="{57510659-189B-4868-8500-DE589A3B0FAF}" type="pres">
      <dgm:prSet presAssocID="{505F485C-7A90-4C64-99E6-CC2E69285DF0}" presName="connTx" presStyleLbl="parChTrans1D4" presStyleIdx="0" presStyleCnt="7"/>
      <dgm:spPr/>
    </dgm:pt>
    <dgm:pt modelId="{285EC5FC-FCC4-458A-BA8B-8D1A5B0F2C8B}" type="pres">
      <dgm:prSet presAssocID="{C8750588-A7FD-4242-87C2-89F22503C47B}" presName="Name30" presStyleCnt="0"/>
      <dgm:spPr/>
    </dgm:pt>
    <dgm:pt modelId="{7B077B37-9FCB-4113-86A6-B5A211E9868D}" type="pres">
      <dgm:prSet presAssocID="{C8750588-A7FD-4242-87C2-89F22503C47B}" presName="level2Shape" presStyleLbl="node4" presStyleIdx="0" presStyleCnt="7"/>
      <dgm:spPr/>
    </dgm:pt>
    <dgm:pt modelId="{EA0B887D-D82E-4674-9FA3-F5AB98189E0E}" type="pres">
      <dgm:prSet presAssocID="{C8750588-A7FD-4242-87C2-89F22503C47B}" presName="hierChild3" presStyleCnt="0"/>
      <dgm:spPr/>
    </dgm:pt>
    <dgm:pt modelId="{AAE3A915-2B62-4C50-8944-BA048ABFA5F5}" type="pres">
      <dgm:prSet presAssocID="{8ADFD264-B02D-4CC2-8575-197012AA7968}" presName="Name25" presStyleLbl="parChTrans1D4" presStyleIdx="1" presStyleCnt="7"/>
      <dgm:spPr/>
    </dgm:pt>
    <dgm:pt modelId="{15A137CF-C768-4499-8C5A-AD1865B0DB01}" type="pres">
      <dgm:prSet presAssocID="{8ADFD264-B02D-4CC2-8575-197012AA7968}" presName="connTx" presStyleLbl="parChTrans1D4" presStyleIdx="1" presStyleCnt="7"/>
      <dgm:spPr/>
    </dgm:pt>
    <dgm:pt modelId="{4868C99B-2FBA-4948-ADFE-C7DB9E36112B}" type="pres">
      <dgm:prSet presAssocID="{35B75821-DB54-4B1B-833A-2F9F1455C769}" presName="Name30" presStyleCnt="0"/>
      <dgm:spPr/>
    </dgm:pt>
    <dgm:pt modelId="{87E79E67-3C96-4EAB-8733-339D6CFF1CED}" type="pres">
      <dgm:prSet presAssocID="{35B75821-DB54-4B1B-833A-2F9F1455C769}" presName="level2Shape" presStyleLbl="node4" presStyleIdx="1" presStyleCnt="7"/>
      <dgm:spPr/>
    </dgm:pt>
    <dgm:pt modelId="{58F92C34-8D77-489A-AE30-C0C3B4A502F0}" type="pres">
      <dgm:prSet presAssocID="{35B75821-DB54-4B1B-833A-2F9F1455C769}" presName="hierChild3" presStyleCnt="0"/>
      <dgm:spPr/>
    </dgm:pt>
    <dgm:pt modelId="{4D35DB6C-F8AC-4A46-B9FA-79AE85F69FF4}" type="pres">
      <dgm:prSet presAssocID="{67247484-965E-44BF-8256-F8331CB278D2}" presName="Name25" presStyleLbl="parChTrans1D4" presStyleIdx="2" presStyleCnt="7"/>
      <dgm:spPr/>
    </dgm:pt>
    <dgm:pt modelId="{D551A756-ABB2-4572-B412-E486A436FCE4}" type="pres">
      <dgm:prSet presAssocID="{67247484-965E-44BF-8256-F8331CB278D2}" presName="connTx" presStyleLbl="parChTrans1D4" presStyleIdx="2" presStyleCnt="7"/>
      <dgm:spPr/>
    </dgm:pt>
    <dgm:pt modelId="{2EC9199F-3DD7-4606-B71F-FDC9238543FA}" type="pres">
      <dgm:prSet presAssocID="{3A73BF6D-E807-4D32-914C-76C1E1E449B1}" presName="Name30" presStyleCnt="0"/>
      <dgm:spPr/>
    </dgm:pt>
    <dgm:pt modelId="{2A306655-A2B9-41B6-9345-76C275AFFFBB}" type="pres">
      <dgm:prSet presAssocID="{3A73BF6D-E807-4D32-914C-76C1E1E449B1}" presName="level2Shape" presStyleLbl="node4" presStyleIdx="2" presStyleCnt="7"/>
      <dgm:spPr/>
    </dgm:pt>
    <dgm:pt modelId="{AFF23734-E812-4EF8-86BD-92CE8F1CA473}" type="pres">
      <dgm:prSet presAssocID="{3A73BF6D-E807-4D32-914C-76C1E1E449B1}" presName="hierChild3" presStyleCnt="0"/>
      <dgm:spPr/>
    </dgm:pt>
    <dgm:pt modelId="{12FEEAA1-1AA1-4E1B-8041-8A7701CCC432}" type="pres">
      <dgm:prSet presAssocID="{69B647C0-07D3-4430-9FDF-248E3AB3E3CB}" presName="Name25" presStyleLbl="parChTrans1D4" presStyleIdx="3" presStyleCnt="7"/>
      <dgm:spPr/>
    </dgm:pt>
    <dgm:pt modelId="{0167C2E6-4783-4178-9497-14E309B928BB}" type="pres">
      <dgm:prSet presAssocID="{69B647C0-07D3-4430-9FDF-248E3AB3E3CB}" presName="connTx" presStyleLbl="parChTrans1D4" presStyleIdx="3" presStyleCnt="7"/>
      <dgm:spPr/>
    </dgm:pt>
    <dgm:pt modelId="{D9E5F788-083C-4B8B-9B19-BE37F0E58915}" type="pres">
      <dgm:prSet presAssocID="{1F412813-0016-4BA7-B9FE-FB6EF2168BE5}" presName="Name30" presStyleCnt="0"/>
      <dgm:spPr/>
    </dgm:pt>
    <dgm:pt modelId="{ED843170-BFFF-4E5C-81D0-C8B6D42297F4}" type="pres">
      <dgm:prSet presAssocID="{1F412813-0016-4BA7-B9FE-FB6EF2168BE5}" presName="level2Shape" presStyleLbl="node4" presStyleIdx="3" presStyleCnt="7"/>
      <dgm:spPr/>
    </dgm:pt>
    <dgm:pt modelId="{C03B9BC2-D602-4203-AB4D-23FFC5411E0C}" type="pres">
      <dgm:prSet presAssocID="{1F412813-0016-4BA7-B9FE-FB6EF2168BE5}" presName="hierChild3" presStyleCnt="0"/>
      <dgm:spPr/>
    </dgm:pt>
    <dgm:pt modelId="{7592DCB9-E036-4BC5-8DAF-A4C63F6A6048}" type="pres">
      <dgm:prSet presAssocID="{02225554-1633-4546-BBB5-F04CBE95235C}" presName="Name25" presStyleLbl="parChTrans1D4" presStyleIdx="4" presStyleCnt="7"/>
      <dgm:spPr/>
    </dgm:pt>
    <dgm:pt modelId="{C4BB7B05-D786-4AFE-8B93-A06F74A846EE}" type="pres">
      <dgm:prSet presAssocID="{02225554-1633-4546-BBB5-F04CBE95235C}" presName="connTx" presStyleLbl="parChTrans1D4" presStyleIdx="4" presStyleCnt="7"/>
      <dgm:spPr/>
    </dgm:pt>
    <dgm:pt modelId="{2E752B33-211E-4051-B443-3925B08CBA80}" type="pres">
      <dgm:prSet presAssocID="{F6B7F64B-0D08-463E-88AB-29F6FCF70D2F}" presName="Name30" presStyleCnt="0"/>
      <dgm:spPr/>
    </dgm:pt>
    <dgm:pt modelId="{B7DA4F3A-9B9B-4AA0-850A-8BCF7C0DCB85}" type="pres">
      <dgm:prSet presAssocID="{F6B7F64B-0D08-463E-88AB-29F6FCF70D2F}" presName="level2Shape" presStyleLbl="node4" presStyleIdx="4" presStyleCnt="7"/>
      <dgm:spPr/>
    </dgm:pt>
    <dgm:pt modelId="{F50C6A2D-FC9C-4E88-976D-C415E64FC39B}" type="pres">
      <dgm:prSet presAssocID="{F6B7F64B-0D08-463E-88AB-29F6FCF70D2F}" presName="hierChild3" presStyleCnt="0"/>
      <dgm:spPr/>
    </dgm:pt>
    <dgm:pt modelId="{F88A9343-118E-49F8-9E06-2BE560BF5E05}" type="pres">
      <dgm:prSet presAssocID="{5A561805-E6B9-4179-8CE0-A74D86910BE8}" presName="Name25" presStyleLbl="parChTrans1D3" presStyleIdx="1" presStyleCnt="4"/>
      <dgm:spPr/>
    </dgm:pt>
    <dgm:pt modelId="{764D9805-550C-49B7-8E0B-011C75E9C0FE}" type="pres">
      <dgm:prSet presAssocID="{5A561805-E6B9-4179-8CE0-A74D86910BE8}" presName="connTx" presStyleLbl="parChTrans1D3" presStyleIdx="1" presStyleCnt="4"/>
      <dgm:spPr/>
    </dgm:pt>
    <dgm:pt modelId="{068FCFAA-5F54-46D2-80A1-061B9B3CA099}" type="pres">
      <dgm:prSet presAssocID="{76D03D77-2397-4AF6-B32F-ECE8AF9B4D29}" presName="Name30" presStyleCnt="0"/>
      <dgm:spPr/>
    </dgm:pt>
    <dgm:pt modelId="{FE055FCB-CDD2-401B-B6CC-FCEE270037EC}" type="pres">
      <dgm:prSet presAssocID="{76D03D77-2397-4AF6-B32F-ECE8AF9B4D29}" presName="level2Shape" presStyleLbl="node3" presStyleIdx="1" presStyleCnt="4"/>
      <dgm:spPr/>
    </dgm:pt>
    <dgm:pt modelId="{994969DA-10CA-4B14-8A80-5FAC83820842}" type="pres">
      <dgm:prSet presAssocID="{76D03D77-2397-4AF6-B32F-ECE8AF9B4D29}" presName="hierChild3" presStyleCnt="0"/>
      <dgm:spPr/>
    </dgm:pt>
    <dgm:pt modelId="{A6EEDC62-D448-4A1F-A35C-DF196B523FF5}" type="pres">
      <dgm:prSet presAssocID="{62A3D05F-033E-41B2-9270-FA4A7668DED8}" presName="Name25" presStyleLbl="parChTrans1D3" presStyleIdx="2" presStyleCnt="4"/>
      <dgm:spPr/>
    </dgm:pt>
    <dgm:pt modelId="{D2758A1E-A72A-4D04-A4B7-C3CFD5112C09}" type="pres">
      <dgm:prSet presAssocID="{62A3D05F-033E-41B2-9270-FA4A7668DED8}" presName="connTx" presStyleLbl="parChTrans1D3" presStyleIdx="2" presStyleCnt="4"/>
      <dgm:spPr/>
    </dgm:pt>
    <dgm:pt modelId="{C03A84E5-7A1B-4464-8E04-89B7268423D1}" type="pres">
      <dgm:prSet presAssocID="{6DD4416C-4C66-48E0-ADFD-373247259FE2}" presName="Name30" presStyleCnt="0"/>
      <dgm:spPr/>
    </dgm:pt>
    <dgm:pt modelId="{03E2AC06-CDBA-42CC-848A-ED897BD64E34}" type="pres">
      <dgm:prSet presAssocID="{6DD4416C-4C66-48E0-ADFD-373247259FE2}" presName="level2Shape" presStyleLbl="node3" presStyleIdx="2" presStyleCnt="4"/>
      <dgm:spPr/>
    </dgm:pt>
    <dgm:pt modelId="{A3DB87A2-1153-448C-93E3-C4681903ED4C}" type="pres">
      <dgm:prSet presAssocID="{6DD4416C-4C66-48E0-ADFD-373247259FE2}" presName="hierChild3" presStyleCnt="0"/>
      <dgm:spPr/>
    </dgm:pt>
    <dgm:pt modelId="{96BFA8D6-6D1C-4416-8D50-90D53C74623A}" type="pres">
      <dgm:prSet presAssocID="{2A9EFC79-BCA4-4C46-9FEB-F29832228A98}" presName="Name25" presStyleLbl="parChTrans1D2" presStyleIdx="1" presStyleCnt="3"/>
      <dgm:spPr/>
    </dgm:pt>
    <dgm:pt modelId="{BAA3ACEC-C219-4661-8782-E41AB126E37D}" type="pres">
      <dgm:prSet presAssocID="{2A9EFC79-BCA4-4C46-9FEB-F29832228A98}" presName="connTx" presStyleLbl="parChTrans1D2" presStyleIdx="1" presStyleCnt="3"/>
      <dgm:spPr/>
    </dgm:pt>
    <dgm:pt modelId="{92032FCC-1299-453C-8A76-C89667ECDB07}" type="pres">
      <dgm:prSet presAssocID="{C9590870-132F-45F2-BE47-B3A8D03C42CC}" presName="Name30" presStyleCnt="0"/>
      <dgm:spPr/>
    </dgm:pt>
    <dgm:pt modelId="{C2601B8D-C152-48D4-8FB9-D7BD27C18014}" type="pres">
      <dgm:prSet presAssocID="{C9590870-132F-45F2-BE47-B3A8D03C42CC}" presName="level2Shape" presStyleLbl="node2" presStyleIdx="1" presStyleCnt="3"/>
      <dgm:spPr/>
    </dgm:pt>
    <dgm:pt modelId="{065B2D6C-CA78-4309-B59D-45F680BFE521}" type="pres">
      <dgm:prSet presAssocID="{C9590870-132F-45F2-BE47-B3A8D03C42CC}" presName="hierChild3" presStyleCnt="0"/>
      <dgm:spPr/>
    </dgm:pt>
    <dgm:pt modelId="{371D6869-12C6-4993-9767-E49CC27490A6}" type="pres">
      <dgm:prSet presAssocID="{A2F50101-F8CB-4D89-883C-B8D3CA44BD6F}" presName="Name25" presStyleLbl="parChTrans1D2" presStyleIdx="2" presStyleCnt="3"/>
      <dgm:spPr/>
    </dgm:pt>
    <dgm:pt modelId="{EE5A96DB-259B-4EF0-A75E-7E49D7296EAE}" type="pres">
      <dgm:prSet presAssocID="{A2F50101-F8CB-4D89-883C-B8D3CA44BD6F}" presName="connTx" presStyleLbl="parChTrans1D2" presStyleIdx="2" presStyleCnt="3"/>
      <dgm:spPr/>
    </dgm:pt>
    <dgm:pt modelId="{340F4961-8411-46DB-ADF1-03FF95E9AF24}" type="pres">
      <dgm:prSet presAssocID="{10E4FA72-C3F6-4E62-9681-3BE7F0E9E0F3}" presName="Name30" presStyleCnt="0"/>
      <dgm:spPr/>
    </dgm:pt>
    <dgm:pt modelId="{A8C2AEA2-E94E-4E6A-9F55-6B5A9FDD4981}" type="pres">
      <dgm:prSet presAssocID="{10E4FA72-C3F6-4E62-9681-3BE7F0E9E0F3}" presName="level2Shape" presStyleLbl="node2" presStyleIdx="2" presStyleCnt="3"/>
      <dgm:spPr/>
    </dgm:pt>
    <dgm:pt modelId="{D146AFE5-ABAD-4B26-9C16-4089D91B39C6}" type="pres">
      <dgm:prSet presAssocID="{10E4FA72-C3F6-4E62-9681-3BE7F0E9E0F3}" presName="hierChild3" presStyleCnt="0"/>
      <dgm:spPr/>
    </dgm:pt>
    <dgm:pt modelId="{4CE7089C-CFD2-4CCF-878A-7FA372DE4F5F}" type="pres">
      <dgm:prSet presAssocID="{68C00C28-F78B-4AC3-ADDE-113F83DA83E9}" presName="Name25" presStyleLbl="parChTrans1D3" presStyleIdx="3" presStyleCnt="4"/>
      <dgm:spPr/>
    </dgm:pt>
    <dgm:pt modelId="{726D9EDD-FEB4-4072-8C43-86C5FEAA097F}" type="pres">
      <dgm:prSet presAssocID="{68C00C28-F78B-4AC3-ADDE-113F83DA83E9}" presName="connTx" presStyleLbl="parChTrans1D3" presStyleIdx="3" presStyleCnt="4"/>
      <dgm:spPr/>
    </dgm:pt>
    <dgm:pt modelId="{964486C4-5345-4EE5-AF75-C225D3553119}" type="pres">
      <dgm:prSet presAssocID="{C15723F8-8727-4C7A-A51F-F088CCB41F2C}" presName="Name30" presStyleCnt="0"/>
      <dgm:spPr/>
    </dgm:pt>
    <dgm:pt modelId="{1AE8D8D5-D97A-41D2-9A6B-7837DFEA5257}" type="pres">
      <dgm:prSet presAssocID="{C15723F8-8727-4C7A-A51F-F088CCB41F2C}" presName="level2Shape" presStyleLbl="node3" presStyleIdx="3" presStyleCnt="4"/>
      <dgm:spPr/>
    </dgm:pt>
    <dgm:pt modelId="{DF2D2A65-5B63-443E-8911-08B1684B3A24}" type="pres">
      <dgm:prSet presAssocID="{C15723F8-8727-4C7A-A51F-F088CCB41F2C}" presName="hierChild3" presStyleCnt="0"/>
      <dgm:spPr/>
    </dgm:pt>
    <dgm:pt modelId="{429FC241-905C-4272-BFF5-7CE3A94B6ADA}" type="pres">
      <dgm:prSet presAssocID="{255F90AD-BC3B-4EEC-8927-D6577B7BD402}" presName="Name25" presStyleLbl="parChTrans1D4" presStyleIdx="5" presStyleCnt="7"/>
      <dgm:spPr/>
    </dgm:pt>
    <dgm:pt modelId="{3CDC6FA5-A0FD-47CA-A4B4-24341904A1AC}" type="pres">
      <dgm:prSet presAssocID="{255F90AD-BC3B-4EEC-8927-D6577B7BD402}" presName="connTx" presStyleLbl="parChTrans1D4" presStyleIdx="5" presStyleCnt="7"/>
      <dgm:spPr/>
    </dgm:pt>
    <dgm:pt modelId="{54DEA8D0-22FB-41F9-8746-57D4B5340646}" type="pres">
      <dgm:prSet presAssocID="{C2A32FA0-F42B-44CA-BA1D-68D967CF30B2}" presName="Name30" presStyleCnt="0"/>
      <dgm:spPr/>
    </dgm:pt>
    <dgm:pt modelId="{D8FFFB6A-EE42-44DA-A7FF-846682FDF86D}" type="pres">
      <dgm:prSet presAssocID="{C2A32FA0-F42B-44CA-BA1D-68D967CF30B2}" presName="level2Shape" presStyleLbl="node4" presStyleIdx="5" presStyleCnt="7"/>
      <dgm:spPr/>
    </dgm:pt>
    <dgm:pt modelId="{B23E0832-24D5-471F-9D4B-C9E2E3CC179D}" type="pres">
      <dgm:prSet presAssocID="{C2A32FA0-F42B-44CA-BA1D-68D967CF30B2}" presName="hierChild3" presStyleCnt="0"/>
      <dgm:spPr/>
    </dgm:pt>
    <dgm:pt modelId="{ED2FED1F-1757-4A99-BC9F-003F40318CFF}" type="pres">
      <dgm:prSet presAssocID="{22A80706-963A-437E-87C3-0696CC2A0A3A}" presName="Name25" presStyleLbl="parChTrans1D4" presStyleIdx="6" presStyleCnt="7"/>
      <dgm:spPr/>
    </dgm:pt>
    <dgm:pt modelId="{5CDB8ACB-24F3-46BD-9B56-1253A83C5AAF}" type="pres">
      <dgm:prSet presAssocID="{22A80706-963A-437E-87C3-0696CC2A0A3A}" presName="connTx" presStyleLbl="parChTrans1D4" presStyleIdx="6" presStyleCnt="7"/>
      <dgm:spPr/>
    </dgm:pt>
    <dgm:pt modelId="{0810A617-B1B3-4E92-A16A-3A3A885581F7}" type="pres">
      <dgm:prSet presAssocID="{C370407C-AD33-403F-8629-61BD5F9E52A4}" presName="Name30" presStyleCnt="0"/>
      <dgm:spPr/>
    </dgm:pt>
    <dgm:pt modelId="{4095610A-BBCD-4968-8C40-EC7CCEADCD42}" type="pres">
      <dgm:prSet presAssocID="{C370407C-AD33-403F-8629-61BD5F9E52A4}" presName="level2Shape" presStyleLbl="node4" presStyleIdx="6" presStyleCnt="7"/>
      <dgm:spPr/>
    </dgm:pt>
    <dgm:pt modelId="{6777F3A7-FC28-447B-A20A-0C338AD19845}" type="pres">
      <dgm:prSet presAssocID="{C370407C-AD33-403F-8629-61BD5F9E52A4}" presName="hierChild3" presStyleCnt="0"/>
      <dgm:spPr/>
    </dgm:pt>
    <dgm:pt modelId="{83102D2B-D55F-4EF0-A22D-856D5620637B}" type="pres">
      <dgm:prSet presAssocID="{BAC285C0-A60D-4966-B687-2451F84ECA96}" presName="bgShapesFlow" presStyleCnt="0"/>
      <dgm:spPr/>
    </dgm:pt>
    <dgm:pt modelId="{23FEE2B1-D47D-443C-AEE0-EF00B866171B}" type="pres">
      <dgm:prSet presAssocID="{B99AF748-D223-4BB8-8E07-FBBB997E09CA}" presName="rectComp" presStyleCnt="0"/>
      <dgm:spPr/>
    </dgm:pt>
    <dgm:pt modelId="{DDEC87ED-35D9-4C5E-81E3-C6E9FDD3146B}" type="pres">
      <dgm:prSet presAssocID="{B99AF748-D223-4BB8-8E07-FBBB997E09CA}" presName="bgRect" presStyleLbl="bgShp" presStyleIdx="0" presStyleCnt="6"/>
      <dgm:spPr/>
    </dgm:pt>
    <dgm:pt modelId="{135F5AAD-8AD2-4D77-8824-D74E78D162FA}" type="pres">
      <dgm:prSet presAssocID="{B99AF748-D223-4BB8-8E07-FBBB997E09CA}" presName="bgRectTx" presStyleLbl="bgShp" presStyleIdx="0" presStyleCnt="6">
        <dgm:presLayoutVars>
          <dgm:bulletEnabled val="1"/>
        </dgm:presLayoutVars>
      </dgm:prSet>
      <dgm:spPr/>
    </dgm:pt>
    <dgm:pt modelId="{8A57F6A6-2385-4FE9-9DB4-9993F1666188}" type="pres">
      <dgm:prSet presAssocID="{B99AF748-D223-4BB8-8E07-FBBB997E09CA}" presName="spComp" presStyleCnt="0"/>
      <dgm:spPr/>
    </dgm:pt>
    <dgm:pt modelId="{457FC651-9B89-4AAF-9A89-47BB2D813A10}" type="pres">
      <dgm:prSet presAssocID="{B99AF748-D223-4BB8-8E07-FBBB997E09CA}" presName="hSp" presStyleCnt="0"/>
      <dgm:spPr/>
    </dgm:pt>
    <dgm:pt modelId="{574B13BA-3013-45E8-9962-8B2DC36C0E4A}" type="pres">
      <dgm:prSet presAssocID="{D3FE50D8-7489-468D-A76B-0C6579EBD54B}" presName="rectComp" presStyleCnt="0"/>
      <dgm:spPr/>
    </dgm:pt>
    <dgm:pt modelId="{43A9855B-89DA-4B9B-A4E9-304E80763884}" type="pres">
      <dgm:prSet presAssocID="{D3FE50D8-7489-468D-A76B-0C6579EBD54B}" presName="bgRect" presStyleLbl="bgShp" presStyleIdx="1" presStyleCnt="6"/>
      <dgm:spPr/>
    </dgm:pt>
    <dgm:pt modelId="{D624E9E2-13B6-4A80-B218-93E98B6D32B8}" type="pres">
      <dgm:prSet presAssocID="{D3FE50D8-7489-468D-A76B-0C6579EBD54B}" presName="bgRectTx" presStyleLbl="bgShp" presStyleIdx="1" presStyleCnt="6">
        <dgm:presLayoutVars>
          <dgm:bulletEnabled val="1"/>
        </dgm:presLayoutVars>
      </dgm:prSet>
      <dgm:spPr/>
    </dgm:pt>
    <dgm:pt modelId="{7CB5A7FD-5028-4A23-8FA1-C1B5764EB053}" type="pres">
      <dgm:prSet presAssocID="{D3FE50D8-7489-468D-A76B-0C6579EBD54B}" presName="spComp" presStyleCnt="0"/>
      <dgm:spPr/>
    </dgm:pt>
    <dgm:pt modelId="{1F76423C-AE16-486C-98F4-936680471C04}" type="pres">
      <dgm:prSet presAssocID="{D3FE50D8-7489-468D-A76B-0C6579EBD54B}" presName="hSp" presStyleCnt="0"/>
      <dgm:spPr/>
    </dgm:pt>
    <dgm:pt modelId="{50B1A363-0BBA-40A2-BE8B-64A431C62E62}" type="pres">
      <dgm:prSet presAssocID="{9DE56387-6EF6-418E-8CAF-3B98E93C9B15}" presName="rectComp" presStyleCnt="0"/>
      <dgm:spPr/>
    </dgm:pt>
    <dgm:pt modelId="{CC749ED6-4765-4B34-B971-3F44F1318ED4}" type="pres">
      <dgm:prSet presAssocID="{9DE56387-6EF6-418E-8CAF-3B98E93C9B15}" presName="bgRect" presStyleLbl="bgShp" presStyleIdx="2" presStyleCnt="6"/>
      <dgm:spPr/>
    </dgm:pt>
    <dgm:pt modelId="{95CA599A-D49E-4104-BA2F-9FA137E956AB}" type="pres">
      <dgm:prSet presAssocID="{9DE56387-6EF6-418E-8CAF-3B98E93C9B15}" presName="bgRectTx" presStyleLbl="bgShp" presStyleIdx="2" presStyleCnt="6">
        <dgm:presLayoutVars>
          <dgm:bulletEnabled val="1"/>
        </dgm:presLayoutVars>
      </dgm:prSet>
      <dgm:spPr/>
    </dgm:pt>
    <dgm:pt modelId="{1A1BA46C-4B9B-4252-B84D-F310AABFAEEE}" type="pres">
      <dgm:prSet presAssocID="{9DE56387-6EF6-418E-8CAF-3B98E93C9B15}" presName="spComp" presStyleCnt="0"/>
      <dgm:spPr/>
    </dgm:pt>
    <dgm:pt modelId="{831FB7C8-F3AD-48D4-877E-78EF38E873FD}" type="pres">
      <dgm:prSet presAssocID="{9DE56387-6EF6-418E-8CAF-3B98E93C9B15}" presName="hSp" presStyleCnt="0"/>
      <dgm:spPr/>
    </dgm:pt>
    <dgm:pt modelId="{66CCB121-9B07-443F-AF6F-C530B82E10F5}" type="pres">
      <dgm:prSet presAssocID="{35A2CDB3-7D65-40F9-B2B5-0E5061C99FAA}" presName="rectComp" presStyleCnt="0"/>
      <dgm:spPr/>
    </dgm:pt>
    <dgm:pt modelId="{DAA08F4C-5E92-4AA6-A862-0ABE4983F4F5}" type="pres">
      <dgm:prSet presAssocID="{35A2CDB3-7D65-40F9-B2B5-0E5061C99FAA}" presName="bgRect" presStyleLbl="bgShp" presStyleIdx="3" presStyleCnt="6"/>
      <dgm:spPr/>
    </dgm:pt>
    <dgm:pt modelId="{ABF6133A-5615-42F1-98E9-4E2328854589}" type="pres">
      <dgm:prSet presAssocID="{35A2CDB3-7D65-40F9-B2B5-0E5061C99FAA}" presName="bgRectTx" presStyleLbl="bgShp" presStyleIdx="3" presStyleCnt="6">
        <dgm:presLayoutVars>
          <dgm:bulletEnabled val="1"/>
        </dgm:presLayoutVars>
      </dgm:prSet>
      <dgm:spPr/>
    </dgm:pt>
    <dgm:pt modelId="{D21474E4-5304-4F16-8DAF-FCCFE9F8CADA}" type="pres">
      <dgm:prSet presAssocID="{35A2CDB3-7D65-40F9-B2B5-0E5061C99FAA}" presName="spComp" presStyleCnt="0"/>
      <dgm:spPr/>
    </dgm:pt>
    <dgm:pt modelId="{2C086AC6-A142-4836-9DF7-B83876FB3A96}" type="pres">
      <dgm:prSet presAssocID="{35A2CDB3-7D65-40F9-B2B5-0E5061C99FAA}" presName="hSp" presStyleCnt="0"/>
      <dgm:spPr/>
    </dgm:pt>
    <dgm:pt modelId="{1C8D07AB-6A3D-468D-875F-F6F0974549C0}" type="pres">
      <dgm:prSet presAssocID="{8C7CD212-3DAA-4C1C-AD9A-295D4BD4314B}" presName="rectComp" presStyleCnt="0"/>
      <dgm:spPr/>
    </dgm:pt>
    <dgm:pt modelId="{ABA320A4-3D5B-47A5-9ECA-563DE8DBF7BE}" type="pres">
      <dgm:prSet presAssocID="{8C7CD212-3DAA-4C1C-AD9A-295D4BD4314B}" presName="bgRect" presStyleLbl="bgShp" presStyleIdx="4" presStyleCnt="6"/>
      <dgm:spPr/>
    </dgm:pt>
    <dgm:pt modelId="{79417D51-0DBF-4BC6-8563-230AE5B8A1DA}" type="pres">
      <dgm:prSet presAssocID="{8C7CD212-3DAA-4C1C-AD9A-295D4BD4314B}" presName="bgRectTx" presStyleLbl="bgShp" presStyleIdx="4" presStyleCnt="6">
        <dgm:presLayoutVars>
          <dgm:bulletEnabled val="1"/>
        </dgm:presLayoutVars>
      </dgm:prSet>
      <dgm:spPr/>
    </dgm:pt>
    <dgm:pt modelId="{1E2CBEAE-E2AA-414C-A3C1-10FB4EA4A92D}" type="pres">
      <dgm:prSet presAssocID="{8C7CD212-3DAA-4C1C-AD9A-295D4BD4314B}" presName="spComp" presStyleCnt="0"/>
      <dgm:spPr/>
    </dgm:pt>
    <dgm:pt modelId="{F2EC5408-AE1B-431F-9E05-CDD9124B1CFE}" type="pres">
      <dgm:prSet presAssocID="{8C7CD212-3DAA-4C1C-AD9A-295D4BD4314B}" presName="hSp" presStyleCnt="0"/>
      <dgm:spPr/>
    </dgm:pt>
    <dgm:pt modelId="{C3CF48DA-82AE-4D1E-A2ED-42336DF1C799}" type="pres">
      <dgm:prSet presAssocID="{51DDDC4E-8DDB-4A10-95FA-C55B4CBC2AA7}" presName="rectComp" presStyleCnt="0"/>
      <dgm:spPr/>
    </dgm:pt>
    <dgm:pt modelId="{6682C8DA-D507-424D-95BD-B12E29A1E3A1}" type="pres">
      <dgm:prSet presAssocID="{51DDDC4E-8DDB-4A10-95FA-C55B4CBC2AA7}" presName="bgRect" presStyleLbl="bgShp" presStyleIdx="5" presStyleCnt="6"/>
      <dgm:spPr/>
    </dgm:pt>
    <dgm:pt modelId="{4F108CA8-894C-4925-A719-0D73306FA833}" type="pres">
      <dgm:prSet presAssocID="{51DDDC4E-8DDB-4A10-95FA-C55B4CBC2AA7}" presName="bgRectTx" presStyleLbl="bgShp" presStyleIdx="5" presStyleCnt="6">
        <dgm:presLayoutVars>
          <dgm:bulletEnabled val="1"/>
        </dgm:presLayoutVars>
      </dgm:prSet>
      <dgm:spPr/>
    </dgm:pt>
  </dgm:ptLst>
  <dgm:cxnLst>
    <dgm:cxn modelId="{72A15502-7668-4024-8C51-1D2BFA25CED2}" type="presOf" srcId="{F6B7F64B-0D08-463E-88AB-29F6FCF70D2F}" destId="{B7DA4F3A-9B9B-4AA0-850A-8BCF7C0DCB85}" srcOrd="0" destOrd="0" presId="urn:microsoft.com/office/officeart/2005/8/layout/hierarchy5"/>
    <dgm:cxn modelId="{B8589B07-44B8-42B2-9C74-4009B04E392A}" srcId="{BAC285C0-A60D-4966-B687-2451F84ECA96}" destId="{8C7CD212-3DAA-4C1C-AD9A-295D4BD4314B}" srcOrd="5" destOrd="0" parTransId="{7D35544E-8D6D-4338-9720-47B08060EC88}" sibTransId="{430E7E9E-ABBC-4111-8F02-1008DB7F61A9}"/>
    <dgm:cxn modelId="{54D8D512-DA41-4D5D-BE1D-E087E6F0DF32}" type="presOf" srcId="{2A9EFC79-BCA4-4C46-9FEB-F29832228A98}" destId="{96BFA8D6-6D1C-4416-8D50-90D53C74623A}" srcOrd="0" destOrd="0" presId="urn:microsoft.com/office/officeart/2005/8/layout/hierarchy5"/>
    <dgm:cxn modelId="{29B02E15-8C9B-40D4-B82A-BAFC4A940D8E}" srcId="{FCC78182-C1BF-4AED-96E7-5F4153536BCB}" destId="{C9590870-132F-45F2-BE47-B3A8D03C42CC}" srcOrd="1" destOrd="0" parTransId="{2A9EFC79-BCA4-4C46-9FEB-F29832228A98}" sibTransId="{C97B9359-F646-4D26-9678-AEDEDF914DDB}"/>
    <dgm:cxn modelId="{4C3FEF17-5DB2-4298-B27B-76714CDF5742}" type="presOf" srcId="{8ADFD264-B02D-4CC2-8575-197012AA7968}" destId="{15A137CF-C768-4499-8C5A-AD1865B0DB01}" srcOrd="1" destOrd="0" presId="urn:microsoft.com/office/officeart/2005/8/layout/hierarchy5"/>
    <dgm:cxn modelId="{4FCE2218-E5B3-4892-8072-6340927F79AA}" srcId="{3A73BF6D-E807-4D32-914C-76C1E1E449B1}" destId="{1F412813-0016-4BA7-B9FE-FB6EF2168BE5}" srcOrd="0" destOrd="0" parTransId="{69B647C0-07D3-4430-9FDF-248E3AB3E3CB}" sibTransId="{CDC1AFE7-78D8-4868-BC89-0C7AC034DD49}"/>
    <dgm:cxn modelId="{B7681A19-201B-41A1-9576-1AB720BC432A}" type="presOf" srcId="{307AB8F2-C2B3-480A-A3A6-17E6E2462330}" destId="{26DA577B-03A3-4441-ACFB-5DF2F705144F}" srcOrd="1" destOrd="0" presId="urn:microsoft.com/office/officeart/2005/8/layout/hierarchy5"/>
    <dgm:cxn modelId="{AAD1361B-7E4A-4C90-BD91-400C69584217}" type="presOf" srcId="{51DDDC4E-8DDB-4A10-95FA-C55B4CBC2AA7}" destId="{4F108CA8-894C-4925-A719-0D73306FA833}" srcOrd="1" destOrd="0" presId="urn:microsoft.com/office/officeart/2005/8/layout/hierarchy5"/>
    <dgm:cxn modelId="{A634771B-DC17-45E8-B9B1-2EB086591B51}" type="presOf" srcId="{BAC285C0-A60D-4966-B687-2451F84ECA96}" destId="{1778C01E-0A84-4308-A6DA-C39324081658}" srcOrd="0" destOrd="0" presId="urn:microsoft.com/office/officeart/2005/8/layout/hierarchy5"/>
    <dgm:cxn modelId="{8DDD931C-D3CB-4808-956D-DE40A15CF5D6}" srcId="{10E4FA72-C3F6-4E62-9681-3BE7F0E9E0F3}" destId="{C15723F8-8727-4C7A-A51F-F088CCB41F2C}" srcOrd="0" destOrd="0" parTransId="{68C00C28-F78B-4AC3-ADDE-113F83DA83E9}" sibTransId="{398FC4DE-37F8-4622-A8B1-9F30F67C88BC}"/>
    <dgm:cxn modelId="{0ABE5821-23B1-48CB-B5F6-AC01325DA6C0}" type="presOf" srcId="{1F412813-0016-4BA7-B9FE-FB6EF2168BE5}" destId="{ED843170-BFFF-4E5C-81D0-C8B6D42297F4}" srcOrd="0" destOrd="0" presId="urn:microsoft.com/office/officeart/2005/8/layout/hierarchy5"/>
    <dgm:cxn modelId="{0A88BD2F-8CF0-46C4-9BD4-241345C83A72}" type="presOf" srcId="{B99AF748-D223-4BB8-8E07-FBBB997E09CA}" destId="{135F5AAD-8AD2-4D77-8824-D74E78D162FA}" srcOrd="1" destOrd="0" presId="urn:microsoft.com/office/officeart/2005/8/layout/hierarchy5"/>
    <dgm:cxn modelId="{FE6D4230-B019-44AD-978E-34172849DE29}" type="presOf" srcId="{307AB8F2-C2B3-480A-A3A6-17E6E2462330}" destId="{32E151FD-5361-4DE7-8DB2-58DD1CA6054B}" srcOrd="0" destOrd="0" presId="urn:microsoft.com/office/officeart/2005/8/layout/hierarchy5"/>
    <dgm:cxn modelId="{E2ACB437-5598-4530-BAC6-04942F91F6FE}" srcId="{BAC285C0-A60D-4966-B687-2451F84ECA96}" destId="{D3FE50D8-7489-468D-A76B-0C6579EBD54B}" srcOrd="2" destOrd="0" parTransId="{AD0D9767-E3C7-48A4-BD5F-95820319A792}" sibTransId="{D4B2C887-D6CA-4F24-B496-36811AC9BEB9}"/>
    <dgm:cxn modelId="{8F3BCF37-6DAE-45DE-8A5A-81581CEE8C55}" type="presOf" srcId="{C15723F8-8727-4C7A-A51F-F088CCB41F2C}" destId="{1AE8D8D5-D97A-41D2-9A6B-7837DFEA5257}" srcOrd="0" destOrd="0" presId="urn:microsoft.com/office/officeart/2005/8/layout/hierarchy5"/>
    <dgm:cxn modelId="{60B3C23C-926F-45B9-8FE4-CD44ADA3F538}" type="presOf" srcId="{255F90AD-BC3B-4EEC-8927-D6577B7BD402}" destId="{429FC241-905C-4272-BFF5-7CE3A94B6ADA}" srcOrd="0" destOrd="0" presId="urn:microsoft.com/office/officeart/2005/8/layout/hierarchy5"/>
    <dgm:cxn modelId="{AA1EED3D-E3CF-48DC-A8DC-CB2DB5D1A7E1}" type="presOf" srcId="{A2F50101-F8CB-4D89-883C-B8D3CA44BD6F}" destId="{371D6869-12C6-4993-9767-E49CC27490A6}" srcOrd="0" destOrd="0" presId="urn:microsoft.com/office/officeart/2005/8/layout/hierarchy5"/>
    <dgm:cxn modelId="{90444C5C-1A4A-496A-B829-4F89C181C9BD}" type="presOf" srcId="{C2A32FA0-F42B-44CA-BA1D-68D967CF30B2}" destId="{D8FFFB6A-EE42-44DA-A7FF-846682FDF86D}" srcOrd="0" destOrd="0" presId="urn:microsoft.com/office/officeart/2005/8/layout/hierarchy5"/>
    <dgm:cxn modelId="{905DA55C-8F34-457E-9159-C803C84B3C23}" srcId="{BAC285C0-A60D-4966-B687-2451F84ECA96}" destId="{FCC78182-C1BF-4AED-96E7-5F4153536BCB}" srcOrd="0" destOrd="0" parTransId="{5DFC0CE4-1F36-4CD8-B09D-2E0039780EEC}" sibTransId="{2DCC22F7-CD04-4F49-82CE-8FA2F48F7696}"/>
    <dgm:cxn modelId="{AD7D1E44-0277-4260-A3B2-DF875EB475DE}" type="presOf" srcId="{62A3D05F-033E-41B2-9270-FA4A7668DED8}" destId="{D2758A1E-A72A-4D04-A4B7-C3CFD5112C09}" srcOrd="1" destOrd="0" presId="urn:microsoft.com/office/officeart/2005/8/layout/hierarchy5"/>
    <dgm:cxn modelId="{B742D764-D24D-4C89-9FB5-72CAEFD5D329}" type="presOf" srcId="{D3FE50D8-7489-468D-A76B-0C6579EBD54B}" destId="{43A9855B-89DA-4B9B-A4E9-304E80763884}" srcOrd="0" destOrd="0" presId="urn:microsoft.com/office/officeart/2005/8/layout/hierarchy5"/>
    <dgm:cxn modelId="{8C72D949-C46E-4533-A958-F92DDE4AA6F8}" type="presOf" srcId="{22A80706-963A-437E-87C3-0696CC2A0A3A}" destId="{ED2FED1F-1757-4A99-BC9F-003F40318CFF}" srcOrd="0" destOrd="0" presId="urn:microsoft.com/office/officeart/2005/8/layout/hierarchy5"/>
    <dgm:cxn modelId="{778AD64B-877A-40FF-ACB8-768AEEB844CA}" type="presOf" srcId="{3A73BF6D-E807-4D32-914C-76C1E1E449B1}" destId="{2A306655-A2B9-41B6-9345-76C275AFFFBB}" srcOrd="0" destOrd="0" presId="urn:microsoft.com/office/officeart/2005/8/layout/hierarchy5"/>
    <dgm:cxn modelId="{0D68B34E-903A-4E3C-9012-7D28B1E29399}" srcId="{78A04E54-135F-426D-9E4E-8A7058780603}" destId="{C8750588-A7FD-4242-87C2-89F22503C47B}" srcOrd="0" destOrd="0" parTransId="{505F485C-7A90-4C64-99E6-CC2E69285DF0}" sibTransId="{EB400671-F0E2-4B83-B2DD-AB6365A91F51}"/>
    <dgm:cxn modelId="{847CEE4E-E1D8-4A7B-80EA-98833DED4E57}" type="presOf" srcId="{C370407C-AD33-403F-8629-61BD5F9E52A4}" destId="{4095610A-BBCD-4968-8C40-EC7CCEADCD42}" srcOrd="0" destOrd="0" presId="urn:microsoft.com/office/officeart/2005/8/layout/hierarchy5"/>
    <dgm:cxn modelId="{4509036F-8D57-461D-BB92-6DDC69B6B2E5}" type="presOf" srcId="{67247484-965E-44BF-8256-F8331CB278D2}" destId="{D551A756-ABB2-4572-B412-E486A436FCE4}" srcOrd="1" destOrd="0" presId="urn:microsoft.com/office/officeart/2005/8/layout/hierarchy5"/>
    <dgm:cxn modelId="{59724E4F-2549-43F8-A217-C871AF1BF32D}" type="presOf" srcId="{69B647C0-07D3-4430-9FDF-248E3AB3E3CB}" destId="{0167C2E6-4783-4178-9497-14E309B928BB}" srcOrd="1" destOrd="0" presId="urn:microsoft.com/office/officeart/2005/8/layout/hierarchy5"/>
    <dgm:cxn modelId="{D8FB946F-230D-4B30-9620-F4FA8C607DD1}" type="presOf" srcId="{69B647C0-07D3-4430-9FDF-248E3AB3E3CB}" destId="{12FEEAA1-1AA1-4E1B-8041-8A7701CCC432}" srcOrd="0" destOrd="0" presId="urn:microsoft.com/office/officeart/2005/8/layout/hierarchy5"/>
    <dgm:cxn modelId="{311D6274-5596-4367-8E6A-A40B29A0A241}" srcId="{FCC78182-C1BF-4AED-96E7-5F4153536BCB}" destId="{10E4FA72-C3F6-4E62-9681-3BE7F0E9E0F3}" srcOrd="2" destOrd="0" parTransId="{A2F50101-F8CB-4D89-883C-B8D3CA44BD6F}" sibTransId="{4A697997-A8BC-49E7-A91E-EE43AC0D4959}"/>
    <dgm:cxn modelId="{8D36C176-65EE-4778-87C9-036B51DEB5B5}" srcId="{FCC78182-C1BF-4AED-96E7-5F4153536BCB}" destId="{3F620A11-A404-4FCF-BF4A-45D45124AD3C}" srcOrd="0" destOrd="0" parTransId="{307AB8F2-C2B3-480A-A3A6-17E6E2462330}" sibTransId="{0DBD0EED-CEF5-4ECD-9109-86EDFF39ADE0}"/>
    <dgm:cxn modelId="{5904E056-F44A-4FC3-8810-EFE9D55CA994}" type="presOf" srcId="{6DD4416C-4C66-48E0-ADFD-373247259FE2}" destId="{03E2AC06-CDBA-42CC-848A-ED897BD64E34}" srcOrd="0" destOrd="0" presId="urn:microsoft.com/office/officeart/2005/8/layout/hierarchy5"/>
    <dgm:cxn modelId="{A33A7B7D-9344-45C4-878C-4CDF8D37C310}" type="presOf" srcId="{02225554-1633-4546-BBB5-F04CBE95235C}" destId="{7592DCB9-E036-4BC5-8DAF-A4C63F6A6048}" srcOrd="0" destOrd="0" presId="urn:microsoft.com/office/officeart/2005/8/layout/hierarchy5"/>
    <dgm:cxn modelId="{102D947D-50F9-463E-A691-9F2790B741AA}" srcId="{C15723F8-8727-4C7A-A51F-F088CCB41F2C}" destId="{C2A32FA0-F42B-44CA-BA1D-68D967CF30B2}" srcOrd="0" destOrd="0" parTransId="{255F90AD-BC3B-4EEC-8927-D6577B7BD402}" sibTransId="{03359EC3-DAFF-4FFF-BEBC-EB6F1F84F2B4}"/>
    <dgm:cxn modelId="{495BC17D-B84B-41D2-96D0-1618AA03868A}" srcId="{BAC285C0-A60D-4966-B687-2451F84ECA96}" destId="{B99AF748-D223-4BB8-8E07-FBBB997E09CA}" srcOrd="1" destOrd="0" parTransId="{6F53F03B-CAED-409C-8D9E-9AEFF7D9FD3A}" sibTransId="{65215746-A31F-4F87-9D86-AA8DCB02541E}"/>
    <dgm:cxn modelId="{AAE9B47F-E5E8-442B-8C29-EFFD25E78402}" type="presOf" srcId="{2A9EFC79-BCA4-4C46-9FEB-F29832228A98}" destId="{BAA3ACEC-C219-4661-8782-E41AB126E37D}" srcOrd="1" destOrd="0" presId="urn:microsoft.com/office/officeart/2005/8/layout/hierarchy5"/>
    <dgm:cxn modelId="{5DF68D80-4246-469D-B7CD-9A0FC25661D1}" type="presOf" srcId="{9DE56387-6EF6-418E-8CAF-3B98E93C9B15}" destId="{95CA599A-D49E-4104-BA2F-9FA137E956AB}" srcOrd="1" destOrd="0" presId="urn:microsoft.com/office/officeart/2005/8/layout/hierarchy5"/>
    <dgm:cxn modelId="{F41E5E83-3E96-49E5-A3EA-21C8193BDA70}" type="presOf" srcId="{505F485C-7A90-4C64-99E6-CC2E69285DF0}" destId="{57510659-189B-4868-8500-DE589A3B0FAF}" srcOrd="1" destOrd="0" presId="urn:microsoft.com/office/officeart/2005/8/layout/hierarchy5"/>
    <dgm:cxn modelId="{B1EBD585-89EC-4E9A-A683-DF2994471BD8}" type="presOf" srcId="{22A80706-963A-437E-87C3-0696CC2A0A3A}" destId="{5CDB8ACB-24F3-46BD-9B56-1253A83C5AAF}" srcOrd="1" destOrd="0" presId="urn:microsoft.com/office/officeart/2005/8/layout/hierarchy5"/>
    <dgm:cxn modelId="{C6D50C8E-353B-4C54-A4DA-E6D1911C4290}" type="presOf" srcId="{B99AF748-D223-4BB8-8E07-FBBB997E09CA}" destId="{DDEC87ED-35D9-4C5E-81E3-C6E9FDD3146B}" srcOrd="0" destOrd="0" presId="urn:microsoft.com/office/officeart/2005/8/layout/hierarchy5"/>
    <dgm:cxn modelId="{E453E18F-B5CF-4A02-AC48-6C60C2EAA13A}" type="presOf" srcId="{C9590870-132F-45F2-BE47-B3A8D03C42CC}" destId="{C2601B8D-C152-48D4-8FB9-D7BD27C18014}" srcOrd="0" destOrd="0" presId="urn:microsoft.com/office/officeart/2005/8/layout/hierarchy5"/>
    <dgm:cxn modelId="{BD9FF88F-C131-4C65-A536-299127282EDA}" srcId="{3F620A11-A404-4FCF-BF4A-45D45124AD3C}" destId="{6DD4416C-4C66-48E0-ADFD-373247259FE2}" srcOrd="2" destOrd="0" parTransId="{62A3D05F-033E-41B2-9270-FA4A7668DED8}" sibTransId="{491047CE-5E84-4728-9E70-752B655DBE8F}"/>
    <dgm:cxn modelId="{A16C2898-8D5C-4AE7-9AAA-85C16A5C09F6}" srcId="{78A04E54-135F-426D-9E4E-8A7058780603}" destId="{3A73BF6D-E807-4D32-914C-76C1E1E449B1}" srcOrd="2" destOrd="0" parTransId="{67247484-965E-44BF-8256-F8331CB278D2}" sibTransId="{28462064-6D69-4D22-85F0-19B569495843}"/>
    <dgm:cxn modelId="{382F5399-79DD-49C4-BE38-305F841FCD5B}" type="presOf" srcId="{8C7CD212-3DAA-4C1C-AD9A-295D4BD4314B}" destId="{ABA320A4-3D5B-47A5-9ECA-563DE8DBF7BE}" srcOrd="0" destOrd="0" presId="urn:microsoft.com/office/officeart/2005/8/layout/hierarchy5"/>
    <dgm:cxn modelId="{57065A99-9599-4B96-B223-A2AF7BB5C333}" type="presOf" srcId="{51DDDC4E-8DDB-4A10-95FA-C55B4CBC2AA7}" destId="{6682C8DA-D507-424D-95BD-B12E29A1E3A1}" srcOrd="0" destOrd="0" presId="urn:microsoft.com/office/officeart/2005/8/layout/hierarchy5"/>
    <dgm:cxn modelId="{7B2FC4AC-4A70-440C-9BF8-168EC821F3AC}" type="presOf" srcId="{68C00C28-F78B-4AC3-ADDE-113F83DA83E9}" destId="{726D9EDD-FEB4-4072-8C43-86C5FEAA097F}" srcOrd="1" destOrd="0" presId="urn:microsoft.com/office/officeart/2005/8/layout/hierarchy5"/>
    <dgm:cxn modelId="{FE2B2EB4-2326-450B-9EE2-521D2E42339C}" srcId="{1F412813-0016-4BA7-B9FE-FB6EF2168BE5}" destId="{F6B7F64B-0D08-463E-88AB-29F6FCF70D2F}" srcOrd="0" destOrd="0" parTransId="{02225554-1633-4546-BBB5-F04CBE95235C}" sibTransId="{46DC695C-8309-43AD-BEA9-136CAB132D05}"/>
    <dgm:cxn modelId="{12EA09B7-1496-4747-AE00-541C360427E0}" srcId="{BAC285C0-A60D-4966-B687-2451F84ECA96}" destId="{35A2CDB3-7D65-40F9-B2B5-0E5061C99FAA}" srcOrd="4" destOrd="0" parTransId="{53FF0E52-D1AF-477F-85C4-F060F95C2F92}" sibTransId="{1F89B491-F6A7-418E-85A0-FF36F7A42FA2}"/>
    <dgm:cxn modelId="{D3FD32B7-661A-46CB-96AB-76001765ADBD}" srcId="{BAC285C0-A60D-4966-B687-2451F84ECA96}" destId="{9DE56387-6EF6-418E-8CAF-3B98E93C9B15}" srcOrd="3" destOrd="0" parTransId="{9847F4E4-524D-4000-BBD9-4F92C2DBF75B}" sibTransId="{32CB2703-2D31-4C7F-846E-6B2B805B9EA3}"/>
    <dgm:cxn modelId="{14F331B9-BB74-4DF1-ACC1-8A9BFBA95241}" type="presOf" srcId="{3F620A11-A404-4FCF-BF4A-45D45124AD3C}" destId="{44A37A84-318F-40C5-8173-B6685887E62A}" srcOrd="0" destOrd="0" presId="urn:microsoft.com/office/officeart/2005/8/layout/hierarchy5"/>
    <dgm:cxn modelId="{39A0ADBA-9647-423B-9CFA-C3A69F7330B0}" type="presOf" srcId="{76D03D77-2397-4AF6-B32F-ECE8AF9B4D29}" destId="{FE055FCB-CDD2-401B-B6CC-FCEE270037EC}" srcOrd="0" destOrd="0" presId="urn:microsoft.com/office/officeart/2005/8/layout/hierarchy5"/>
    <dgm:cxn modelId="{8988F3BA-C511-4945-9EA0-71D83F764DDF}" type="presOf" srcId="{5A561805-E6B9-4179-8CE0-A74D86910BE8}" destId="{F88A9343-118E-49F8-9E06-2BE560BF5E05}" srcOrd="0" destOrd="0" presId="urn:microsoft.com/office/officeart/2005/8/layout/hierarchy5"/>
    <dgm:cxn modelId="{5EE690C0-F822-477E-9EA7-3A1AC3FE41A0}" type="presOf" srcId="{78A04E54-135F-426D-9E4E-8A7058780603}" destId="{80BECEC4-B54F-400F-8929-9E6B44002390}" srcOrd="0" destOrd="0" presId="urn:microsoft.com/office/officeart/2005/8/layout/hierarchy5"/>
    <dgm:cxn modelId="{188178C1-A45C-444E-A58C-659CDEC79E54}" type="presOf" srcId="{0B8537A6-3391-4410-A206-196E45C7DDD8}" destId="{E3C8D475-284A-4229-948C-5AF790C6CD5E}" srcOrd="1" destOrd="0" presId="urn:microsoft.com/office/officeart/2005/8/layout/hierarchy5"/>
    <dgm:cxn modelId="{88D62FC4-B80E-4E9B-B5DB-0B347DC5DB27}" srcId="{3F620A11-A404-4FCF-BF4A-45D45124AD3C}" destId="{78A04E54-135F-426D-9E4E-8A7058780603}" srcOrd="0" destOrd="0" parTransId="{0B8537A6-3391-4410-A206-196E45C7DDD8}" sibTransId="{E8F15EBC-0D89-4331-A268-9F5414BF21CC}"/>
    <dgm:cxn modelId="{DDF721C5-261D-42A8-B780-898DAC83AC8E}" srcId="{3F620A11-A404-4FCF-BF4A-45D45124AD3C}" destId="{76D03D77-2397-4AF6-B32F-ECE8AF9B4D29}" srcOrd="1" destOrd="0" parTransId="{5A561805-E6B9-4179-8CE0-A74D86910BE8}" sibTransId="{648D8468-6CFA-4BEB-8BF1-2B58C4ADFA25}"/>
    <dgm:cxn modelId="{71CDDFC7-D900-4D3A-8E2E-637937F8CF4E}" srcId="{BAC285C0-A60D-4966-B687-2451F84ECA96}" destId="{51DDDC4E-8DDB-4A10-95FA-C55B4CBC2AA7}" srcOrd="6" destOrd="0" parTransId="{01AE9006-36F3-475D-A218-36696356C8DF}" sibTransId="{75890385-ED45-4161-851D-9E49E14E47E0}"/>
    <dgm:cxn modelId="{8D8821C9-8DCC-47E8-A9B2-5238BE52E76A}" type="presOf" srcId="{10E4FA72-C3F6-4E62-9681-3BE7F0E9E0F3}" destId="{A8C2AEA2-E94E-4E6A-9F55-6B5A9FDD4981}" srcOrd="0" destOrd="0" presId="urn:microsoft.com/office/officeart/2005/8/layout/hierarchy5"/>
    <dgm:cxn modelId="{21DB91C9-E9AB-49E9-80D5-5999B774E3D1}" type="presOf" srcId="{9DE56387-6EF6-418E-8CAF-3B98E93C9B15}" destId="{CC749ED6-4765-4B34-B971-3F44F1318ED4}" srcOrd="0" destOrd="0" presId="urn:microsoft.com/office/officeart/2005/8/layout/hierarchy5"/>
    <dgm:cxn modelId="{8937BCCF-DD2D-42A5-B2AF-6A9000BA6B12}" type="presOf" srcId="{A2F50101-F8CB-4D89-883C-B8D3CA44BD6F}" destId="{EE5A96DB-259B-4EF0-A75E-7E49D7296EAE}" srcOrd="1" destOrd="0" presId="urn:microsoft.com/office/officeart/2005/8/layout/hierarchy5"/>
    <dgm:cxn modelId="{06E27DD0-9A7E-459B-87AF-86946D4A352D}" type="presOf" srcId="{8C7CD212-3DAA-4C1C-AD9A-295D4BD4314B}" destId="{79417D51-0DBF-4BC6-8563-230AE5B8A1DA}" srcOrd="1" destOrd="0" presId="urn:microsoft.com/office/officeart/2005/8/layout/hierarchy5"/>
    <dgm:cxn modelId="{F161E3D2-D80A-464E-A416-5BF7CEEAA1DC}" type="presOf" srcId="{02225554-1633-4546-BBB5-F04CBE95235C}" destId="{C4BB7B05-D786-4AFE-8B93-A06F74A846EE}" srcOrd="1" destOrd="0" presId="urn:microsoft.com/office/officeart/2005/8/layout/hierarchy5"/>
    <dgm:cxn modelId="{E2AC55D6-8998-4938-B7B1-B4458D025E42}" srcId="{78A04E54-135F-426D-9E4E-8A7058780603}" destId="{35B75821-DB54-4B1B-833A-2F9F1455C769}" srcOrd="1" destOrd="0" parTransId="{8ADFD264-B02D-4CC2-8575-197012AA7968}" sibTransId="{99F59221-7705-41B7-90B4-1356E83CEEAD}"/>
    <dgm:cxn modelId="{990DA6DB-85BC-4F52-86E1-1F1109A13777}" type="presOf" srcId="{35A2CDB3-7D65-40F9-B2B5-0E5061C99FAA}" destId="{DAA08F4C-5E92-4AA6-A862-0ABE4983F4F5}" srcOrd="0" destOrd="0" presId="urn:microsoft.com/office/officeart/2005/8/layout/hierarchy5"/>
    <dgm:cxn modelId="{4EC8EBDD-97C0-45C7-892B-D3567E220A35}" type="presOf" srcId="{68C00C28-F78B-4AC3-ADDE-113F83DA83E9}" destId="{4CE7089C-CFD2-4CCF-878A-7FA372DE4F5F}" srcOrd="0" destOrd="0" presId="urn:microsoft.com/office/officeart/2005/8/layout/hierarchy5"/>
    <dgm:cxn modelId="{F13B8DE6-8441-4AF5-8504-B91F799B673C}" srcId="{C2A32FA0-F42B-44CA-BA1D-68D967CF30B2}" destId="{C370407C-AD33-403F-8629-61BD5F9E52A4}" srcOrd="0" destOrd="0" parTransId="{22A80706-963A-437E-87C3-0696CC2A0A3A}" sibTransId="{9B84C602-E685-43CE-920A-093E20E10D54}"/>
    <dgm:cxn modelId="{64BBEDE8-00E2-4B2A-A157-C4AA8AE3706F}" type="presOf" srcId="{8ADFD264-B02D-4CC2-8575-197012AA7968}" destId="{AAE3A915-2B62-4C50-8944-BA048ABFA5F5}" srcOrd="0" destOrd="0" presId="urn:microsoft.com/office/officeart/2005/8/layout/hierarchy5"/>
    <dgm:cxn modelId="{1B812DEB-809A-494E-BABA-35A8C8063CF2}" type="presOf" srcId="{505F485C-7A90-4C64-99E6-CC2E69285DF0}" destId="{D482D821-AE14-43D1-823C-337BD2BC15C4}" srcOrd="0" destOrd="0" presId="urn:microsoft.com/office/officeart/2005/8/layout/hierarchy5"/>
    <dgm:cxn modelId="{01E9B4EB-E7AF-4F2E-BE89-4E0A7C7D23F9}" type="presOf" srcId="{255F90AD-BC3B-4EEC-8927-D6577B7BD402}" destId="{3CDC6FA5-A0FD-47CA-A4B4-24341904A1AC}" srcOrd="1" destOrd="0" presId="urn:microsoft.com/office/officeart/2005/8/layout/hierarchy5"/>
    <dgm:cxn modelId="{121DE0EF-B82B-4458-9B75-2E4F20F3F142}" type="presOf" srcId="{5A561805-E6B9-4179-8CE0-A74D86910BE8}" destId="{764D9805-550C-49B7-8E0B-011C75E9C0FE}" srcOrd="1" destOrd="0" presId="urn:microsoft.com/office/officeart/2005/8/layout/hierarchy5"/>
    <dgm:cxn modelId="{3A42F6EF-523A-4A5E-9634-7572368C774B}" type="presOf" srcId="{D3FE50D8-7489-468D-A76B-0C6579EBD54B}" destId="{D624E9E2-13B6-4A80-B218-93E98B6D32B8}" srcOrd="1" destOrd="0" presId="urn:microsoft.com/office/officeart/2005/8/layout/hierarchy5"/>
    <dgm:cxn modelId="{2111ADF1-B0F9-4C3A-9D1C-984ED04174F8}" type="presOf" srcId="{C8750588-A7FD-4242-87C2-89F22503C47B}" destId="{7B077B37-9FCB-4113-86A6-B5A211E9868D}" srcOrd="0" destOrd="0" presId="urn:microsoft.com/office/officeart/2005/8/layout/hierarchy5"/>
    <dgm:cxn modelId="{21DCBDF5-10C5-4552-91D7-DF5CBC54BC76}" type="presOf" srcId="{35A2CDB3-7D65-40F9-B2B5-0E5061C99FAA}" destId="{ABF6133A-5615-42F1-98E9-4E2328854589}" srcOrd="1" destOrd="0" presId="urn:microsoft.com/office/officeart/2005/8/layout/hierarchy5"/>
    <dgm:cxn modelId="{73F2BCF8-DECB-410B-850E-0B81D3E4425F}" type="presOf" srcId="{FCC78182-C1BF-4AED-96E7-5F4153536BCB}" destId="{6E36D7C9-D4B5-4D7C-8504-BCE1C25ABF1A}" srcOrd="0" destOrd="0" presId="urn:microsoft.com/office/officeart/2005/8/layout/hierarchy5"/>
    <dgm:cxn modelId="{7454E9F8-CFC2-4EC3-B1DF-A048A6989C1C}" type="presOf" srcId="{0B8537A6-3391-4410-A206-196E45C7DDD8}" destId="{930A2BEE-8666-415A-98D6-656CCFB8EBC2}" srcOrd="0" destOrd="0" presId="urn:microsoft.com/office/officeart/2005/8/layout/hierarchy5"/>
    <dgm:cxn modelId="{BF102CF9-2103-410A-AFEF-D3EEE16D88C1}" type="presOf" srcId="{35B75821-DB54-4B1B-833A-2F9F1455C769}" destId="{87E79E67-3C96-4EAB-8733-339D6CFF1CED}" srcOrd="0" destOrd="0" presId="urn:microsoft.com/office/officeart/2005/8/layout/hierarchy5"/>
    <dgm:cxn modelId="{6BEF47FA-A0BC-4884-9DE9-0E634756A5B9}" type="presOf" srcId="{62A3D05F-033E-41B2-9270-FA4A7668DED8}" destId="{A6EEDC62-D448-4A1F-A35C-DF196B523FF5}" srcOrd="0" destOrd="0" presId="urn:microsoft.com/office/officeart/2005/8/layout/hierarchy5"/>
    <dgm:cxn modelId="{212980FB-2557-491E-9BD1-6BDF4703E80A}" type="presOf" srcId="{67247484-965E-44BF-8256-F8331CB278D2}" destId="{4D35DB6C-F8AC-4A46-B9FA-79AE85F69FF4}" srcOrd="0" destOrd="0" presId="urn:microsoft.com/office/officeart/2005/8/layout/hierarchy5"/>
    <dgm:cxn modelId="{78A02BBF-29CC-4950-B6F0-F9AF70D69D08}" type="presParOf" srcId="{1778C01E-0A84-4308-A6DA-C39324081658}" destId="{B2281115-30D5-484A-8C6C-014D974C9237}" srcOrd="0" destOrd="0" presId="urn:microsoft.com/office/officeart/2005/8/layout/hierarchy5"/>
    <dgm:cxn modelId="{CBE2CBBE-2738-4907-96AF-DBC4F6000C72}" type="presParOf" srcId="{B2281115-30D5-484A-8C6C-014D974C9237}" destId="{DE3A5895-3BAF-47B0-99F6-FDF36A30E789}" srcOrd="0" destOrd="0" presId="urn:microsoft.com/office/officeart/2005/8/layout/hierarchy5"/>
    <dgm:cxn modelId="{EBFAC862-4DAF-4F8E-8D5D-51055D97B6E6}" type="presParOf" srcId="{B2281115-30D5-484A-8C6C-014D974C9237}" destId="{E67E0141-327B-413F-B025-76C582D37B34}" srcOrd="1" destOrd="0" presId="urn:microsoft.com/office/officeart/2005/8/layout/hierarchy5"/>
    <dgm:cxn modelId="{1DF85A14-9A55-462F-8343-C07C5836A6D2}" type="presParOf" srcId="{E67E0141-327B-413F-B025-76C582D37B34}" destId="{6E3C3DD5-E1E6-4F9E-9961-72F2EF093D04}" srcOrd="0" destOrd="0" presId="urn:microsoft.com/office/officeart/2005/8/layout/hierarchy5"/>
    <dgm:cxn modelId="{D7714256-EE71-4B80-9BF7-F1ABA6F48AFE}" type="presParOf" srcId="{6E3C3DD5-E1E6-4F9E-9961-72F2EF093D04}" destId="{6E36D7C9-D4B5-4D7C-8504-BCE1C25ABF1A}" srcOrd="0" destOrd="0" presId="urn:microsoft.com/office/officeart/2005/8/layout/hierarchy5"/>
    <dgm:cxn modelId="{52D9B4AE-F5E4-45CA-A3E3-CCEA7B422C46}" type="presParOf" srcId="{6E3C3DD5-E1E6-4F9E-9961-72F2EF093D04}" destId="{81C852E8-47DE-4E38-A09E-F01AB6074C2C}" srcOrd="1" destOrd="0" presId="urn:microsoft.com/office/officeart/2005/8/layout/hierarchy5"/>
    <dgm:cxn modelId="{3F4A57A8-7ECA-4F3D-A016-D04C9D0BA5D6}" type="presParOf" srcId="{81C852E8-47DE-4E38-A09E-F01AB6074C2C}" destId="{32E151FD-5361-4DE7-8DB2-58DD1CA6054B}" srcOrd="0" destOrd="0" presId="urn:microsoft.com/office/officeart/2005/8/layout/hierarchy5"/>
    <dgm:cxn modelId="{80A9B615-73D1-48A7-B790-79A5AC3BC88D}" type="presParOf" srcId="{32E151FD-5361-4DE7-8DB2-58DD1CA6054B}" destId="{26DA577B-03A3-4441-ACFB-5DF2F705144F}" srcOrd="0" destOrd="0" presId="urn:microsoft.com/office/officeart/2005/8/layout/hierarchy5"/>
    <dgm:cxn modelId="{8766CB4F-0542-4BDB-92D3-567DF2B3FBBB}" type="presParOf" srcId="{81C852E8-47DE-4E38-A09E-F01AB6074C2C}" destId="{011ABA34-C45E-440A-AE68-8ED0B543FD19}" srcOrd="1" destOrd="0" presId="urn:microsoft.com/office/officeart/2005/8/layout/hierarchy5"/>
    <dgm:cxn modelId="{185DCBF5-A180-4C19-BCE8-0A8949B590BA}" type="presParOf" srcId="{011ABA34-C45E-440A-AE68-8ED0B543FD19}" destId="{44A37A84-318F-40C5-8173-B6685887E62A}" srcOrd="0" destOrd="0" presId="urn:microsoft.com/office/officeart/2005/8/layout/hierarchy5"/>
    <dgm:cxn modelId="{134670A7-9877-44B3-A7CD-2776647FAA89}" type="presParOf" srcId="{011ABA34-C45E-440A-AE68-8ED0B543FD19}" destId="{E327CA11-CE2A-494D-BC99-773A4170C628}" srcOrd="1" destOrd="0" presId="urn:microsoft.com/office/officeart/2005/8/layout/hierarchy5"/>
    <dgm:cxn modelId="{27C12CD0-1A7F-447E-AD19-1E0614FA97A3}" type="presParOf" srcId="{E327CA11-CE2A-494D-BC99-773A4170C628}" destId="{930A2BEE-8666-415A-98D6-656CCFB8EBC2}" srcOrd="0" destOrd="0" presId="urn:microsoft.com/office/officeart/2005/8/layout/hierarchy5"/>
    <dgm:cxn modelId="{ECFF32E8-1317-4A95-A3F1-87C3C2D1F9F9}" type="presParOf" srcId="{930A2BEE-8666-415A-98D6-656CCFB8EBC2}" destId="{E3C8D475-284A-4229-948C-5AF790C6CD5E}" srcOrd="0" destOrd="0" presId="urn:microsoft.com/office/officeart/2005/8/layout/hierarchy5"/>
    <dgm:cxn modelId="{AF7B689E-A2B6-4EAB-BA6C-FE779C524B1E}" type="presParOf" srcId="{E327CA11-CE2A-494D-BC99-773A4170C628}" destId="{4193337E-7EF6-418B-9230-CCDF48C1B930}" srcOrd="1" destOrd="0" presId="urn:microsoft.com/office/officeart/2005/8/layout/hierarchy5"/>
    <dgm:cxn modelId="{1CD3F2BF-2190-40F7-8D53-3CF55CB5852E}" type="presParOf" srcId="{4193337E-7EF6-418B-9230-CCDF48C1B930}" destId="{80BECEC4-B54F-400F-8929-9E6B44002390}" srcOrd="0" destOrd="0" presId="urn:microsoft.com/office/officeart/2005/8/layout/hierarchy5"/>
    <dgm:cxn modelId="{3F74807A-BD0A-4F9E-AEA7-BA59C3B48971}" type="presParOf" srcId="{4193337E-7EF6-418B-9230-CCDF48C1B930}" destId="{978C9DC1-7289-438F-AC07-EBE934CFE7F4}" srcOrd="1" destOrd="0" presId="urn:microsoft.com/office/officeart/2005/8/layout/hierarchy5"/>
    <dgm:cxn modelId="{D43C5086-7B92-4B49-833F-9996EDCD36E0}" type="presParOf" srcId="{978C9DC1-7289-438F-AC07-EBE934CFE7F4}" destId="{D482D821-AE14-43D1-823C-337BD2BC15C4}" srcOrd="0" destOrd="0" presId="urn:microsoft.com/office/officeart/2005/8/layout/hierarchy5"/>
    <dgm:cxn modelId="{349132F8-95E2-40F9-A800-D97809374540}" type="presParOf" srcId="{D482D821-AE14-43D1-823C-337BD2BC15C4}" destId="{57510659-189B-4868-8500-DE589A3B0FAF}" srcOrd="0" destOrd="0" presId="urn:microsoft.com/office/officeart/2005/8/layout/hierarchy5"/>
    <dgm:cxn modelId="{465D5DF5-4E69-4427-B8A2-E4DB9381AEEE}" type="presParOf" srcId="{978C9DC1-7289-438F-AC07-EBE934CFE7F4}" destId="{285EC5FC-FCC4-458A-BA8B-8D1A5B0F2C8B}" srcOrd="1" destOrd="0" presId="urn:microsoft.com/office/officeart/2005/8/layout/hierarchy5"/>
    <dgm:cxn modelId="{A02F4A71-8AD0-47B3-8353-287EC2BD91B9}" type="presParOf" srcId="{285EC5FC-FCC4-458A-BA8B-8D1A5B0F2C8B}" destId="{7B077B37-9FCB-4113-86A6-B5A211E9868D}" srcOrd="0" destOrd="0" presId="urn:microsoft.com/office/officeart/2005/8/layout/hierarchy5"/>
    <dgm:cxn modelId="{DA1F0D16-DF13-47F3-B334-E815C9D6B2AC}" type="presParOf" srcId="{285EC5FC-FCC4-458A-BA8B-8D1A5B0F2C8B}" destId="{EA0B887D-D82E-4674-9FA3-F5AB98189E0E}" srcOrd="1" destOrd="0" presId="urn:microsoft.com/office/officeart/2005/8/layout/hierarchy5"/>
    <dgm:cxn modelId="{31C96E60-5C26-4517-874E-AABCBFA5A3EC}" type="presParOf" srcId="{978C9DC1-7289-438F-AC07-EBE934CFE7F4}" destId="{AAE3A915-2B62-4C50-8944-BA048ABFA5F5}" srcOrd="2" destOrd="0" presId="urn:microsoft.com/office/officeart/2005/8/layout/hierarchy5"/>
    <dgm:cxn modelId="{D5FE3D63-0063-40CF-AE79-5E15EFFFDF42}" type="presParOf" srcId="{AAE3A915-2B62-4C50-8944-BA048ABFA5F5}" destId="{15A137CF-C768-4499-8C5A-AD1865B0DB01}" srcOrd="0" destOrd="0" presId="urn:microsoft.com/office/officeart/2005/8/layout/hierarchy5"/>
    <dgm:cxn modelId="{400D346E-7ACD-42F6-8913-B9DB385793BF}" type="presParOf" srcId="{978C9DC1-7289-438F-AC07-EBE934CFE7F4}" destId="{4868C99B-2FBA-4948-ADFE-C7DB9E36112B}" srcOrd="3" destOrd="0" presId="urn:microsoft.com/office/officeart/2005/8/layout/hierarchy5"/>
    <dgm:cxn modelId="{32CF0806-27BA-433E-84E2-5E8B97C7026E}" type="presParOf" srcId="{4868C99B-2FBA-4948-ADFE-C7DB9E36112B}" destId="{87E79E67-3C96-4EAB-8733-339D6CFF1CED}" srcOrd="0" destOrd="0" presId="urn:microsoft.com/office/officeart/2005/8/layout/hierarchy5"/>
    <dgm:cxn modelId="{ED8210C3-8729-4321-9A84-C326A316832C}" type="presParOf" srcId="{4868C99B-2FBA-4948-ADFE-C7DB9E36112B}" destId="{58F92C34-8D77-489A-AE30-C0C3B4A502F0}" srcOrd="1" destOrd="0" presId="urn:microsoft.com/office/officeart/2005/8/layout/hierarchy5"/>
    <dgm:cxn modelId="{1EBABC5B-F0A4-439D-B81C-659CD2506E4D}" type="presParOf" srcId="{978C9DC1-7289-438F-AC07-EBE934CFE7F4}" destId="{4D35DB6C-F8AC-4A46-B9FA-79AE85F69FF4}" srcOrd="4" destOrd="0" presId="urn:microsoft.com/office/officeart/2005/8/layout/hierarchy5"/>
    <dgm:cxn modelId="{16785563-6E35-4D74-B68F-4B934D9F8E4F}" type="presParOf" srcId="{4D35DB6C-F8AC-4A46-B9FA-79AE85F69FF4}" destId="{D551A756-ABB2-4572-B412-E486A436FCE4}" srcOrd="0" destOrd="0" presId="urn:microsoft.com/office/officeart/2005/8/layout/hierarchy5"/>
    <dgm:cxn modelId="{CF99A329-6CDE-46DB-B996-6B9BA70B4ABA}" type="presParOf" srcId="{978C9DC1-7289-438F-AC07-EBE934CFE7F4}" destId="{2EC9199F-3DD7-4606-B71F-FDC9238543FA}" srcOrd="5" destOrd="0" presId="urn:microsoft.com/office/officeart/2005/8/layout/hierarchy5"/>
    <dgm:cxn modelId="{B4DC08E0-B075-44F6-877A-B11AC328BA22}" type="presParOf" srcId="{2EC9199F-3DD7-4606-B71F-FDC9238543FA}" destId="{2A306655-A2B9-41B6-9345-76C275AFFFBB}" srcOrd="0" destOrd="0" presId="urn:microsoft.com/office/officeart/2005/8/layout/hierarchy5"/>
    <dgm:cxn modelId="{27CBE026-0D70-43F7-82A1-C907E8A0E028}" type="presParOf" srcId="{2EC9199F-3DD7-4606-B71F-FDC9238543FA}" destId="{AFF23734-E812-4EF8-86BD-92CE8F1CA473}" srcOrd="1" destOrd="0" presId="urn:microsoft.com/office/officeart/2005/8/layout/hierarchy5"/>
    <dgm:cxn modelId="{60A4A294-7217-4A20-8935-59663070AA21}" type="presParOf" srcId="{AFF23734-E812-4EF8-86BD-92CE8F1CA473}" destId="{12FEEAA1-1AA1-4E1B-8041-8A7701CCC432}" srcOrd="0" destOrd="0" presId="urn:microsoft.com/office/officeart/2005/8/layout/hierarchy5"/>
    <dgm:cxn modelId="{2648378E-E6BF-4E3F-BC6A-56275B7376C2}" type="presParOf" srcId="{12FEEAA1-1AA1-4E1B-8041-8A7701CCC432}" destId="{0167C2E6-4783-4178-9497-14E309B928BB}" srcOrd="0" destOrd="0" presId="urn:microsoft.com/office/officeart/2005/8/layout/hierarchy5"/>
    <dgm:cxn modelId="{B7E3CEAA-9B97-44D9-B8EE-AAC50690CFCF}" type="presParOf" srcId="{AFF23734-E812-4EF8-86BD-92CE8F1CA473}" destId="{D9E5F788-083C-4B8B-9B19-BE37F0E58915}" srcOrd="1" destOrd="0" presId="urn:microsoft.com/office/officeart/2005/8/layout/hierarchy5"/>
    <dgm:cxn modelId="{B109534E-A97A-4A79-BBD5-B9686E3BAEAE}" type="presParOf" srcId="{D9E5F788-083C-4B8B-9B19-BE37F0E58915}" destId="{ED843170-BFFF-4E5C-81D0-C8B6D42297F4}" srcOrd="0" destOrd="0" presId="urn:microsoft.com/office/officeart/2005/8/layout/hierarchy5"/>
    <dgm:cxn modelId="{D1D6F250-BDFD-4E2D-BCE7-48292BF0A84E}" type="presParOf" srcId="{D9E5F788-083C-4B8B-9B19-BE37F0E58915}" destId="{C03B9BC2-D602-4203-AB4D-23FFC5411E0C}" srcOrd="1" destOrd="0" presId="urn:microsoft.com/office/officeart/2005/8/layout/hierarchy5"/>
    <dgm:cxn modelId="{CB6F7DF3-C748-445A-9F04-65871CA6C3FB}" type="presParOf" srcId="{C03B9BC2-D602-4203-AB4D-23FFC5411E0C}" destId="{7592DCB9-E036-4BC5-8DAF-A4C63F6A6048}" srcOrd="0" destOrd="0" presId="urn:microsoft.com/office/officeart/2005/8/layout/hierarchy5"/>
    <dgm:cxn modelId="{4E1CE5B9-3435-4E08-9819-982BF9EEF59F}" type="presParOf" srcId="{7592DCB9-E036-4BC5-8DAF-A4C63F6A6048}" destId="{C4BB7B05-D786-4AFE-8B93-A06F74A846EE}" srcOrd="0" destOrd="0" presId="urn:microsoft.com/office/officeart/2005/8/layout/hierarchy5"/>
    <dgm:cxn modelId="{6FEF592D-02BB-40A5-8992-934AD4D611B5}" type="presParOf" srcId="{C03B9BC2-D602-4203-AB4D-23FFC5411E0C}" destId="{2E752B33-211E-4051-B443-3925B08CBA80}" srcOrd="1" destOrd="0" presId="urn:microsoft.com/office/officeart/2005/8/layout/hierarchy5"/>
    <dgm:cxn modelId="{7A01328A-8928-447E-82A6-D3B4AC752B47}" type="presParOf" srcId="{2E752B33-211E-4051-B443-3925B08CBA80}" destId="{B7DA4F3A-9B9B-4AA0-850A-8BCF7C0DCB85}" srcOrd="0" destOrd="0" presId="urn:microsoft.com/office/officeart/2005/8/layout/hierarchy5"/>
    <dgm:cxn modelId="{77042C79-BFE5-4F1E-AF5A-57799CAA2E0E}" type="presParOf" srcId="{2E752B33-211E-4051-B443-3925B08CBA80}" destId="{F50C6A2D-FC9C-4E88-976D-C415E64FC39B}" srcOrd="1" destOrd="0" presId="urn:microsoft.com/office/officeart/2005/8/layout/hierarchy5"/>
    <dgm:cxn modelId="{7D16E51E-E931-4467-B13C-00A35842AEF4}" type="presParOf" srcId="{E327CA11-CE2A-494D-BC99-773A4170C628}" destId="{F88A9343-118E-49F8-9E06-2BE560BF5E05}" srcOrd="2" destOrd="0" presId="urn:microsoft.com/office/officeart/2005/8/layout/hierarchy5"/>
    <dgm:cxn modelId="{7CD1CBD3-D395-40A9-BFFA-C732847E64E9}" type="presParOf" srcId="{F88A9343-118E-49F8-9E06-2BE560BF5E05}" destId="{764D9805-550C-49B7-8E0B-011C75E9C0FE}" srcOrd="0" destOrd="0" presId="urn:microsoft.com/office/officeart/2005/8/layout/hierarchy5"/>
    <dgm:cxn modelId="{8F2765E6-D27D-4617-9532-71AF3773D18B}" type="presParOf" srcId="{E327CA11-CE2A-494D-BC99-773A4170C628}" destId="{068FCFAA-5F54-46D2-80A1-061B9B3CA099}" srcOrd="3" destOrd="0" presId="urn:microsoft.com/office/officeart/2005/8/layout/hierarchy5"/>
    <dgm:cxn modelId="{F25F900A-F651-40C2-AF33-480CD952185D}" type="presParOf" srcId="{068FCFAA-5F54-46D2-80A1-061B9B3CA099}" destId="{FE055FCB-CDD2-401B-B6CC-FCEE270037EC}" srcOrd="0" destOrd="0" presId="urn:microsoft.com/office/officeart/2005/8/layout/hierarchy5"/>
    <dgm:cxn modelId="{8BB42507-88FB-41B4-9183-96B0966A8AC8}" type="presParOf" srcId="{068FCFAA-5F54-46D2-80A1-061B9B3CA099}" destId="{994969DA-10CA-4B14-8A80-5FAC83820842}" srcOrd="1" destOrd="0" presId="urn:microsoft.com/office/officeart/2005/8/layout/hierarchy5"/>
    <dgm:cxn modelId="{307053D0-F121-4F27-8169-7D57C4EA2E5B}" type="presParOf" srcId="{E327CA11-CE2A-494D-BC99-773A4170C628}" destId="{A6EEDC62-D448-4A1F-A35C-DF196B523FF5}" srcOrd="4" destOrd="0" presId="urn:microsoft.com/office/officeart/2005/8/layout/hierarchy5"/>
    <dgm:cxn modelId="{C4E0C745-5420-4EF5-9526-CA71F1FB9783}" type="presParOf" srcId="{A6EEDC62-D448-4A1F-A35C-DF196B523FF5}" destId="{D2758A1E-A72A-4D04-A4B7-C3CFD5112C09}" srcOrd="0" destOrd="0" presId="urn:microsoft.com/office/officeart/2005/8/layout/hierarchy5"/>
    <dgm:cxn modelId="{EA67AE59-CC34-4729-90B5-B1B004AEEAC8}" type="presParOf" srcId="{E327CA11-CE2A-494D-BC99-773A4170C628}" destId="{C03A84E5-7A1B-4464-8E04-89B7268423D1}" srcOrd="5" destOrd="0" presId="urn:microsoft.com/office/officeart/2005/8/layout/hierarchy5"/>
    <dgm:cxn modelId="{59BC3E6A-F659-40A9-93CC-7A120BD75259}" type="presParOf" srcId="{C03A84E5-7A1B-4464-8E04-89B7268423D1}" destId="{03E2AC06-CDBA-42CC-848A-ED897BD64E34}" srcOrd="0" destOrd="0" presId="urn:microsoft.com/office/officeart/2005/8/layout/hierarchy5"/>
    <dgm:cxn modelId="{D312AA5C-CB16-46FA-92F1-CE3BC985AA5A}" type="presParOf" srcId="{C03A84E5-7A1B-4464-8E04-89B7268423D1}" destId="{A3DB87A2-1153-448C-93E3-C4681903ED4C}" srcOrd="1" destOrd="0" presId="urn:microsoft.com/office/officeart/2005/8/layout/hierarchy5"/>
    <dgm:cxn modelId="{56478CD3-8547-40C7-B6B6-F433C5A87AE7}" type="presParOf" srcId="{81C852E8-47DE-4E38-A09E-F01AB6074C2C}" destId="{96BFA8D6-6D1C-4416-8D50-90D53C74623A}" srcOrd="2" destOrd="0" presId="urn:microsoft.com/office/officeart/2005/8/layout/hierarchy5"/>
    <dgm:cxn modelId="{963ADFC5-F9A4-4CB0-BAE5-74A41D390CC1}" type="presParOf" srcId="{96BFA8D6-6D1C-4416-8D50-90D53C74623A}" destId="{BAA3ACEC-C219-4661-8782-E41AB126E37D}" srcOrd="0" destOrd="0" presId="urn:microsoft.com/office/officeart/2005/8/layout/hierarchy5"/>
    <dgm:cxn modelId="{8286F37C-E38C-4A0C-934F-F8F5FA0FF2BD}" type="presParOf" srcId="{81C852E8-47DE-4E38-A09E-F01AB6074C2C}" destId="{92032FCC-1299-453C-8A76-C89667ECDB07}" srcOrd="3" destOrd="0" presId="urn:microsoft.com/office/officeart/2005/8/layout/hierarchy5"/>
    <dgm:cxn modelId="{0D89CFED-672A-456B-9F42-46A6E729F324}" type="presParOf" srcId="{92032FCC-1299-453C-8A76-C89667ECDB07}" destId="{C2601B8D-C152-48D4-8FB9-D7BD27C18014}" srcOrd="0" destOrd="0" presId="urn:microsoft.com/office/officeart/2005/8/layout/hierarchy5"/>
    <dgm:cxn modelId="{F9CA9A82-9E52-4261-BF8F-4AA268EA63E5}" type="presParOf" srcId="{92032FCC-1299-453C-8A76-C89667ECDB07}" destId="{065B2D6C-CA78-4309-B59D-45F680BFE521}" srcOrd="1" destOrd="0" presId="urn:microsoft.com/office/officeart/2005/8/layout/hierarchy5"/>
    <dgm:cxn modelId="{4F4BABAD-F0AF-4B10-BE65-849654EC4451}" type="presParOf" srcId="{81C852E8-47DE-4E38-A09E-F01AB6074C2C}" destId="{371D6869-12C6-4993-9767-E49CC27490A6}" srcOrd="4" destOrd="0" presId="urn:microsoft.com/office/officeart/2005/8/layout/hierarchy5"/>
    <dgm:cxn modelId="{70C3F472-1ED4-4611-8EFB-9CBE09D64E33}" type="presParOf" srcId="{371D6869-12C6-4993-9767-E49CC27490A6}" destId="{EE5A96DB-259B-4EF0-A75E-7E49D7296EAE}" srcOrd="0" destOrd="0" presId="urn:microsoft.com/office/officeart/2005/8/layout/hierarchy5"/>
    <dgm:cxn modelId="{4EF6DCEC-18FC-411D-A573-58ED8557D8A9}" type="presParOf" srcId="{81C852E8-47DE-4E38-A09E-F01AB6074C2C}" destId="{340F4961-8411-46DB-ADF1-03FF95E9AF24}" srcOrd="5" destOrd="0" presId="urn:microsoft.com/office/officeart/2005/8/layout/hierarchy5"/>
    <dgm:cxn modelId="{C1306A72-A32F-4505-B560-4A59F1A4155C}" type="presParOf" srcId="{340F4961-8411-46DB-ADF1-03FF95E9AF24}" destId="{A8C2AEA2-E94E-4E6A-9F55-6B5A9FDD4981}" srcOrd="0" destOrd="0" presId="urn:microsoft.com/office/officeart/2005/8/layout/hierarchy5"/>
    <dgm:cxn modelId="{76E61D42-B405-4570-B457-5BBB381E8D75}" type="presParOf" srcId="{340F4961-8411-46DB-ADF1-03FF95E9AF24}" destId="{D146AFE5-ABAD-4B26-9C16-4089D91B39C6}" srcOrd="1" destOrd="0" presId="urn:microsoft.com/office/officeart/2005/8/layout/hierarchy5"/>
    <dgm:cxn modelId="{E34F6DA1-D813-4D0D-BE9E-3466C93C2155}" type="presParOf" srcId="{D146AFE5-ABAD-4B26-9C16-4089D91B39C6}" destId="{4CE7089C-CFD2-4CCF-878A-7FA372DE4F5F}" srcOrd="0" destOrd="0" presId="urn:microsoft.com/office/officeart/2005/8/layout/hierarchy5"/>
    <dgm:cxn modelId="{2F485943-CBAD-47AA-AC2E-574EBD50DB2B}" type="presParOf" srcId="{4CE7089C-CFD2-4CCF-878A-7FA372DE4F5F}" destId="{726D9EDD-FEB4-4072-8C43-86C5FEAA097F}" srcOrd="0" destOrd="0" presId="urn:microsoft.com/office/officeart/2005/8/layout/hierarchy5"/>
    <dgm:cxn modelId="{87B1635A-1767-4765-91FB-179556D999AF}" type="presParOf" srcId="{D146AFE5-ABAD-4B26-9C16-4089D91B39C6}" destId="{964486C4-5345-4EE5-AF75-C225D3553119}" srcOrd="1" destOrd="0" presId="urn:microsoft.com/office/officeart/2005/8/layout/hierarchy5"/>
    <dgm:cxn modelId="{25A0712C-499F-46CD-BC9A-E8BC99F7D1FA}" type="presParOf" srcId="{964486C4-5345-4EE5-AF75-C225D3553119}" destId="{1AE8D8D5-D97A-41D2-9A6B-7837DFEA5257}" srcOrd="0" destOrd="0" presId="urn:microsoft.com/office/officeart/2005/8/layout/hierarchy5"/>
    <dgm:cxn modelId="{BDAC0E21-3EB4-49B2-8253-B136B22FA490}" type="presParOf" srcId="{964486C4-5345-4EE5-AF75-C225D3553119}" destId="{DF2D2A65-5B63-443E-8911-08B1684B3A24}" srcOrd="1" destOrd="0" presId="urn:microsoft.com/office/officeart/2005/8/layout/hierarchy5"/>
    <dgm:cxn modelId="{244B56AB-CDFB-42E0-87C4-B4D0964620A3}" type="presParOf" srcId="{DF2D2A65-5B63-443E-8911-08B1684B3A24}" destId="{429FC241-905C-4272-BFF5-7CE3A94B6ADA}" srcOrd="0" destOrd="0" presId="urn:microsoft.com/office/officeart/2005/8/layout/hierarchy5"/>
    <dgm:cxn modelId="{3B443239-472C-48E5-A1C0-27AE76AA39FD}" type="presParOf" srcId="{429FC241-905C-4272-BFF5-7CE3A94B6ADA}" destId="{3CDC6FA5-A0FD-47CA-A4B4-24341904A1AC}" srcOrd="0" destOrd="0" presId="urn:microsoft.com/office/officeart/2005/8/layout/hierarchy5"/>
    <dgm:cxn modelId="{EC76FDA3-4C59-4BFE-9D68-46E516BA9583}" type="presParOf" srcId="{DF2D2A65-5B63-443E-8911-08B1684B3A24}" destId="{54DEA8D0-22FB-41F9-8746-57D4B5340646}" srcOrd="1" destOrd="0" presId="urn:microsoft.com/office/officeart/2005/8/layout/hierarchy5"/>
    <dgm:cxn modelId="{D1CBFEE2-3CFC-4255-98B0-34A3D1ED65AC}" type="presParOf" srcId="{54DEA8D0-22FB-41F9-8746-57D4B5340646}" destId="{D8FFFB6A-EE42-44DA-A7FF-846682FDF86D}" srcOrd="0" destOrd="0" presId="urn:microsoft.com/office/officeart/2005/8/layout/hierarchy5"/>
    <dgm:cxn modelId="{9436FE5D-66EA-4622-8DF3-39549822C6C2}" type="presParOf" srcId="{54DEA8D0-22FB-41F9-8746-57D4B5340646}" destId="{B23E0832-24D5-471F-9D4B-C9E2E3CC179D}" srcOrd="1" destOrd="0" presId="urn:microsoft.com/office/officeart/2005/8/layout/hierarchy5"/>
    <dgm:cxn modelId="{BE644DA6-B5AB-4D12-B483-5F2D3B3EE015}" type="presParOf" srcId="{B23E0832-24D5-471F-9D4B-C9E2E3CC179D}" destId="{ED2FED1F-1757-4A99-BC9F-003F40318CFF}" srcOrd="0" destOrd="0" presId="urn:microsoft.com/office/officeart/2005/8/layout/hierarchy5"/>
    <dgm:cxn modelId="{08AD9CC6-B500-47E1-B9B3-9B0DC44169EF}" type="presParOf" srcId="{ED2FED1F-1757-4A99-BC9F-003F40318CFF}" destId="{5CDB8ACB-24F3-46BD-9B56-1253A83C5AAF}" srcOrd="0" destOrd="0" presId="urn:microsoft.com/office/officeart/2005/8/layout/hierarchy5"/>
    <dgm:cxn modelId="{7161F762-C842-44B3-8159-A68384CE61BF}" type="presParOf" srcId="{B23E0832-24D5-471F-9D4B-C9E2E3CC179D}" destId="{0810A617-B1B3-4E92-A16A-3A3A885581F7}" srcOrd="1" destOrd="0" presId="urn:microsoft.com/office/officeart/2005/8/layout/hierarchy5"/>
    <dgm:cxn modelId="{E044F74B-8148-4B75-A56B-85959764A1B9}" type="presParOf" srcId="{0810A617-B1B3-4E92-A16A-3A3A885581F7}" destId="{4095610A-BBCD-4968-8C40-EC7CCEADCD42}" srcOrd="0" destOrd="0" presId="urn:microsoft.com/office/officeart/2005/8/layout/hierarchy5"/>
    <dgm:cxn modelId="{1F98D3FC-518A-4A6B-9052-77F3D5296EF1}" type="presParOf" srcId="{0810A617-B1B3-4E92-A16A-3A3A885581F7}" destId="{6777F3A7-FC28-447B-A20A-0C338AD19845}" srcOrd="1" destOrd="0" presId="urn:microsoft.com/office/officeart/2005/8/layout/hierarchy5"/>
    <dgm:cxn modelId="{D4AA5410-524A-409E-91C1-06B8F73A2DDB}" type="presParOf" srcId="{1778C01E-0A84-4308-A6DA-C39324081658}" destId="{83102D2B-D55F-4EF0-A22D-856D5620637B}" srcOrd="1" destOrd="0" presId="urn:microsoft.com/office/officeart/2005/8/layout/hierarchy5"/>
    <dgm:cxn modelId="{1FE381B0-7CB8-4DC5-8434-A2BDB4B0181B}" type="presParOf" srcId="{83102D2B-D55F-4EF0-A22D-856D5620637B}" destId="{23FEE2B1-D47D-443C-AEE0-EF00B866171B}" srcOrd="0" destOrd="0" presId="urn:microsoft.com/office/officeart/2005/8/layout/hierarchy5"/>
    <dgm:cxn modelId="{B9717010-27E6-4F13-B2F4-E8A6F1EA7C4E}" type="presParOf" srcId="{23FEE2B1-D47D-443C-AEE0-EF00B866171B}" destId="{DDEC87ED-35D9-4C5E-81E3-C6E9FDD3146B}" srcOrd="0" destOrd="0" presId="urn:microsoft.com/office/officeart/2005/8/layout/hierarchy5"/>
    <dgm:cxn modelId="{79E1BB39-1C21-4B7F-8AB3-548C2A6A67D2}" type="presParOf" srcId="{23FEE2B1-D47D-443C-AEE0-EF00B866171B}" destId="{135F5AAD-8AD2-4D77-8824-D74E78D162FA}" srcOrd="1" destOrd="0" presId="urn:microsoft.com/office/officeart/2005/8/layout/hierarchy5"/>
    <dgm:cxn modelId="{25A80634-3D4C-42D7-9C37-B1C1007D9035}" type="presParOf" srcId="{83102D2B-D55F-4EF0-A22D-856D5620637B}" destId="{8A57F6A6-2385-4FE9-9DB4-9993F1666188}" srcOrd="1" destOrd="0" presId="urn:microsoft.com/office/officeart/2005/8/layout/hierarchy5"/>
    <dgm:cxn modelId="{DECEA9DE-637C-457C-A885-A5C2552DA897}" type="presParOf" srcId="{8A57F6A6-2385-4FE9-9DB4-9993F1666188}" destId="{457FC651-9B89-4AAF-9A89-47BB2D813A10}" srcOrd="0" destOrd="0" presId="urn:microsoft.com/office/officeart/2005/8/layout/hierarchy5"/>
    <dgm:cxn modelId="{1097571B-8332-4504-BF8E-EF2C826F827B}" type="presParOf" srcId="{83102D2B-D55F-4EF0-A22D-856D5620637B}" destId="{574B13BA-3013-45E8-9962-8B2DC36C0E4A}" srcOrd="2" destOrd="0" presId="urn:microsoft.com/office/officeart/2005/8/layout/hierarchy5"/>
    <dgm:cxn modelId="{E97383CB-B6C9-4F6C-B701-11CD8513BED4}" type="presParOf" srcId="{574B13BA-3013-45E8-9962-8B2DC36C0E4A}" destId="{43A9855B-89DA-4B9B-A4E9-304E80763884}" srcOrd="0" destOrd="0" presId="urn:microsoft.com/office/officeart/2005/8/layout/hierarchy5"/>
    <dgm:cxn modelId="{C0F63F62-0358-4CD1-B88D-6202AB2CCDCC}" type="presParOf" srcId="{574B13BA-3013-45E8-9962-8B2DC36C0E4A}" destId="{D624E9E2-13B6-4A80-B218-93E98B6D32B8}" srcOrd="1" destOrd="0" presId="urn:microsoft.com/office/officeart/2005/8/layout/hierarchy5"/>
    <dgm:cxn modelId="{FE2C3D34-32D4-4687-81CE-F54AEF78EA3B}" type="presParOf" srcId="{83102D2B-D55F-4EF0-A22D-856D5620637B}" destId="{7CB5A7FD-5028-4A23-8FA1-C1B5764EB053}" srcOrd="3" destOrd="0" presId="urn:microsoft.com/office/officeart/2005/8/layout/hierarchy5"/>
    <dgm:cxn modelId="{46FF333D-EB57-40C0-968A-4253852CF490}" type="presParOf" srcId="{7CB5A7FD-5028-4A23-8FA1-C1B5764EB053}" destId="{1F76423C-AE16-486C-98F4-936680471C04}" srcOrd="0" destOrd="0" presId="urn:microsoft.com/office/officeart/2005/8/layout/hierarchy5"/>
    <dgm:cxn modelId="{7FE4BC38-6D86-41F1-A9CF-48ECBA7EDB83}" type="presParOf" srcId="{83102D2B-D55F-4EF0-A22D-856D5620637B}" destId="{50B1A363-0BBA-40A2-BE8B-64A431C62E62}" srcOrd="4" destOrd="0" presId="urn:microsoft.com/office/officeart/2005/8/layout/hierarchy5"/>
    <dgm:cxn modelId="{C831D31B-4773-42AB-B239-7E22747EB079}" type="presParOf" srcId="{50B1A363-0BBA-40A2-BE8B-64A431C62E62}" destId="{CC749ED6-4765-4B34-B971-3F44F1318ED4}" srcOrd="0" destOrd="0" presId="urn:microsoft.com/office/officeart/2005/8/layout/hierarchy5"/>
    <dgm:cxn modelId="{D3C82DAA-709B-47B8-B008-8FA124BD188B}" type="presParOf" srcId="{50B1A363-0BBA-40A2-BE8B-64A431C62E62}" destId="{95CA599A-D49E-4104-BA2F-9FA137E956AB}" srcOrd="1" destOrd="0" presId="urn:microsoft.com/office/officeart/2005/8/layout/hierarchy5"/>
    <dgm:cxn modelId="{ED0B7ABF-B39E-46A1-9F04-9F6AB9332943}" type="presParOf" srcId="{83102D2B-D55F-4EF0-A22D-856D5620637B}" destId="{1A1BA46C-4B9B-4252-B84D-F310AABFAEEE}" srcOrd="5" destOrd="0" presId="urn:microsoft.com/office/officeart/2005/8/layout/hierarchy5"/>
    <dgm:cxn modelId="{A8C2F52E-331F-4513-8BB6-24BC169A99E6}" type="presParOf" srcId="{1A1BA46C-4B9B-4252-B84D-F310AABFAEEE}" destId="{831FB7C8-F3AD-48D4-877E-78EF38E873FD}" srcOrd="0" destOrd="0" presId="urn:microsoft.com/office/officeart/2005/8/layout/hierarchy5"/>
    <dgm:cxn modelId="{84BC844A-670B-4B8A-BDD2-0099708F1616}" type="presParOf" srcId="{83102D2B-D55F-4EF0-A22D-856D5620637B}" destId="{66CCB121-9B07-443F-AF6F-C530B82E10F5}" srcOrd="6" destOrd="0" presId="urn:microsoft.com/office/officeart/2005/8/layout/hierarchy5"/>
    <dgm:cxn modelId="{63628477-0658-4908-B7DE-968E63BB8653}" type="presParOf" srcId="{66CCB121-9B07-443F-AF6F-C530B82E10F5}" destId="{DAA08F4C-5E92-4AA6-A862-0ABE4983F4F5}" srcOrd="0" destOrd="0" presId="urn:microsoft.com/office/officeart/2005/8/layout/hierarchy5"/>
    <dgm:cxn modelId="{0A2C4EE1-AA3F-4A4F-8AAB-1978E426769D}" type="presParOf" srcId="{66CCB121-9B07-443F-AF6F-C530B82E10F5}" destId="{ABF6133A-5615-42F1-98E9-4E2328854589}" srcOrd="1" destOrd="0" presId="urn:microsoft.com/office/officeart/2005/8/layout/hierarchy5"/>
    <dgm:cxn modelId="{AE082069-A1DF-496C-96FB-CCB866C6ADBA}" type="presParOf" srcId="{83102D2B-D55F-4EF0-A22D-856D5620637B}" destId="{D21474E4-5304-4F16-8DAF-FCCFE9F8CADA}" srcOrd="7" destOrd="0" presId="urn:microsoft.com/office/officeart/2005/8/layout/hierarchy5"/>
    <dgm:cxn modelId="{3703423A-2503-4CBD-A8AD-D34A8B65B269}" type="presParOf" srcId="{D21474E4-5304-4F16-8DAF-FCCFE9F8CADA}" destId="{2C086AC6-A142-4836-9DF7-B83876FB3A96}" srcOrd="0" destOrd="0" presId="urn:microsoft.com/office/officeart/2005/8/layout/hierarchy5"/>
    <dgm:cxn modelId="{1478900E-7A94-4F57-BD12-E94906771315}" type="presParOf" srcId="{83102D2B-D55F-4EF0-A22D-856D5620637B}" destId="{1C8D07AB-6A3D-468D-875F-F6F0974549C0}" srcOrd="8" destOrd="0" presId="urn:microsoft.com/office/officeart/2005/8/layout/hierarchy5"/>
    <dgm:cxn modelId="{21C09890-A355-402D-BC03-31CBDB5378BA}" type="presParOf" srcId="{1C8D07AB-6A3D-468D-875F-F6F0974549C0}" destId="{ABA320A4-3D5B-47A5-9ECA-563DE8DBF7BE}" srcOrd="0" destOrd="0" presId="urn:microsoft.com/office/officeart/2005/8/layout/hierarchy5"/>
    <dgm:cxn modelId="{A0929658-1456-40E0-A64B-7B21A7C761C9}" type="presParOf" srcId="{1C8D07AB-6A3D-468D-875F-F6F0974549C0}" destId="{79417D51-0DBF-4BC6-8563-230AE5B8A1DA}" srcOrd="1" destOrd="0" presId="urn:microsoft.com/office/officeart/2005/8/layout/hierarchy5"/>
    <dgm:cxn modelId="{C8A6919E-6CD1-4DAD-9997-E2BE8E245EAC}" type="presParOf" srcId="{83102D2B-D55F-4EF0-A22D-856D5620637B}" destId="{1E2CBEAE-E2AA-414C-A3C1-10FB4EA4A92D}" srcOrd="9" destOrd="0" presId="urn:microsoft.com/office/officeart/2005/8/layout/hierarchy5"/>
    <dgm:cxn modelId="{B7CA205A-C00F-4727-B506-8B3F1657C734}" type="presParOf" srcId="{1E2CBEAE-E2AA-414C-A3C1-10FB4EA4A92D}" destId="{F2EC5408-AE1B-431F-9E05-CDD9124B1CFE}" srcOrd="0" destOrd="0" presId="urn:microsoft.com/office/officeart/2005/8/layout/hierarchy5"/>
    <dgm:cxn modelId="{3890F113-9671-4814-9E71-706C720496D5}" type="presParOf" srcId="{83102D2B-D55F-4EF0-A22D-856D5620637B}" destId="{C3CF48DA-82AE-4D1E-A2ED-42336DF1C799}" srcOrd="10" destOrd="0" presId="urn:microsoft.com/office/officeart/2005/8/layout/hierarchy5"/>
    <dgm:cxn modelId="{38C1AC95-B033-4B7F-882A-8944F039EB2B}" type="presParOf" srcId="{C3CF48DA-82AE-4D1E-A2ED-42336DF1C799}" destId="{6682C8DA-D507-424D-95BD-B12E29A1E3A1}" srcOrd="0" destOrd="0" presId="urn:microsoft.com/office/officeart/2005/8/layout/hierarchy5"/>
    <dgm:cxn modelId="{8267F101-D976-4467-A4EC-372711E06020}" type="presParOf" srcId="{C3CF48DA-82AE-4D1E-A2ED-42336DF1C799}" destId="{4F108CA8-894C-4925-A719-0D73306FA833}"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E509D-4044-4273-A5DE-D1446C96DD08}">
      <dsp:nvSpPr>
        <dsp:cNvPr id="0" name=""/>
        <dsp:cNvSpPr/>
      </dsp:nvSpPr>
      <dsp:spPr>
        <a:xfrm>
          <a:off x="205509" y="82834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9179C9-9EE7-403F-A50F-2C840BE79BA8}">
      <dsp:nvSpPr>
        <dsp:cNvPr id="0" name=""/>
        <dsp:cNvSpPr/>
      </dsp:nvSpPr>
      <dsp:spPr>
        <a:xfrm>
          <a:off x="396960"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C02A46-184F-4180-A282-1E44D8FAEF96}">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GB" sz="1600" kern="1200"/>
            <a:t>Flexibility, configurable by user</a:t>
          </a:r>
          <a:endParaRPr lang="en-US" sz="1600" kern="1200"/>
        </a:p>
      </dsp:txBody>
      <dsp:txXfrm>
        <a:off x="1312541" y="828340"/>
        <a:ext cx="2148945" cy="911674"/>
      </dsp:txXfrm>
    </dsp:sp>
    <dsp:sp modelId="{9D39CA1E-61CC-495E-8A80-4F2A22FECADC}">
      <dsp:nvSpPr>
        <dsp:cNvPr id="0" name=""/>
        <dsp:cNvSpPr/>
      </dsp:nvSpPr>
      <dsp:spPr>
        <a:xfrm>
          <a:off x="3835925" y="828340"/>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C44DDA-395F-406C-9D82-58B105B834AD}">
      <dsp:nvSpPr>
        <dsp:cNvPr id="0" name=""/>
        <dsp:cNvSpPr/>
      </dsp:nvSpPr>
      <dsp:spPr>
        <a:xfrm>
          <a:off x="4027376"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B0F8DF-FD41-45FE-88AF-733F32FD7B5D}">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GB" sz="1600" kern="1200" dirty="0"/>
            <a:t>Exec reporting has to look best in class and be usable in the boardroom</a:t>
          </a:r>
          <a:endParaRPr lang="en-US" sz="1600" kern="1200" dirty="0"/>
        </a:p>
      </dsp:txBody>
      <dsp:txXfrm>
        <a:off x="4942957" y="828340"/>
        <a:ext cx="2148945" cy="911674"/>
      </dsp:txXfrm>
    </dsp:sp>
    <dsp:sp modelId="{77AD6338-CB84-4EDF-8180-10EB8E88D329}">
      <dsp:nvSpPr>
        <dsp:cNvPr id="0" name=""/>
        <dsp:cNvSpPr/>
      </dsp:nvSpPr>
      <dsp:spPr>
        <a:xfrm>
          <a:off x="7466341" y="828340"/>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3FB76E-1160-40BC-908A-FAEDD73F7BDA}">
      <dsp:nvSpPr>
        <dsp:cNvPr id="0" name=""/>
        <dsp:cNvSpPr/>
      </dsp:nvSpPr>
      <dsp:spPr>
        <a:xfrm>
          <a:off x="7657792"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FA0BF6-F5D3-4770-95F0-73085F54BA94}">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GB" sz="1600" kern="1200"/>
            <a:t>Change control – real workflow</a:t>
          </a:r>
          <a:endParaRPr lang="en-US" sz="1600" kern="1200"/>
        </a:p>
      </dsp:txBody>
      <dsp:txXfrm>
        <a:off x="8573374" y="828340"/>
        <a:ext cx="2148945" cy="911674"/>
      </dsp:txXfrm>
    </dsp:sp>
    <dsp:sp modelId="{95EBDF01-42F3-4909-9BBB-D9B42B83E259}">
      <dsp:nvSpPr>
        <dsp:cNvPr id="0" name=""/>
        <dsp:cNvSpPr/>
      </dsp:nvSpPr>
      <dsp:spPr>
        <a:xfrm>
          <a:off x="205509" y="2452790"/>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D7C563-1E90-400A-B7E6-C7F3F192836A}">
      <dsp:nvSpPr>
        <dsp:cNvPr id="0" name=""/>
        <dsp:cNvSpPr/>
      </dsp:nvSpPr>
      <dsp:spPr>
        <a:xfrm>
          <a:off x="396960"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970789-F0A8-464E-8CE8-B0F0C95CFF5A}">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GB" sz="1600" kern="1200"/>
            <a:t>Dependencies have to be useful</a:t>
          </a:r>
          <a:endParaRPr lang="en-US" sz="1600" kern="1200"/>
        </a:p>
      </dsp:txBody>
      <dsp:txXfrm>
        <a:off x="1312541" y="2452790"/>
        <a:ext cx="2148945" cy="911674"/>
      </dsp:txXfrm>
    </dsp:sp>
    <dsp:sp modelId="{C20C8C2D-16BC-4128-BA69-6402AE13E35A}">
      <dsp:nvSpPr>
        <dsp:cNvPr id="0" name=""/>
        <dsp:cNvSpPr/>
      </dsp:nvSpPr>
      <dsp:spPr>
        <a:xfrm>
          <a:off x="3835925" y="2452790"/>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2FF1EE-3EE2-41DD-9695-5FA16C1C7C64}">
      <dsp:nvSpPr>
        <dsp:cNvPr id="0" name=""/>
        <dsp:cNvSpPr/>
      </dsp:nvSpPr>
      <dsp:spPr>
        <a:xfrm>
          <a:off x="4027376"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2849E4-6ECD-4B6F-9882-30C5AF3045B4}">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GB" sz="1600" kern="1200" dirty="0"/>
            <a:t>AI plan generation</a:t>
          </a:r>
          <a:endParaRPr lang="en-US" sz="1600" kern="1200" dirty="0"/>
        </a:p>
      </dsp:txBody>
      <dsp:txXfrm>
        <a:off x="4942957" y="2452790"/>
        <a:ext cx="2148945" cy="9116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82C8DA-D507-424D-95BD-B12E29A1E3A1}">
      <dsp:nvSpPr>
        <dsp:cNvPr id="0" name=""/>
        <dsp:cNvSpPr/>
      </dsp:nvSpPr>
      <dsp:spPr>
        <a:xfrm>
          <a:off x="8230753" y="0"/>
          <a:ext cx="1230187" cy="435133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GB" sz="2200" kern="1200" dirty="0"/>
        </a:p>
      </dsp:txBody>
      <dsp:txXfrm>
        <a:off x="8230753" y="0"/>
        <a:ext cx="1230187" cy="1305401"/>
      </dsp:txXfrm>
    </dsp:sp>
    <dsp:sp modelId="{ABA320A4-3D5B-47A5-9ECA-563DE8DBF7BE}">
      <dsp:nvSpPr>
        <dsp:cNvPr id="0" name=""/>
        <dsp:cNvSpPr/>
      </dsp:nvSpPr>
      <dsp:spPr>
        <a:xfrm>
          <a:off x="6795534" y="0"/>
          <a:ext cx="1230187" cy="435133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GB" sz="2200" kern="1200" dirty="0"/>
        </a:p>
      </dsp:txBody>
      <dsp:txXfrm>
        <a:off x="6795534" y="0"/>
        <a:ext cx="1230187" cy="1305401"/>
      </dsp:txXfrm>
    </dsp:sp>
    <dsp:sp modelId="{DAA08F4C-5E92-4AA6-A862-0ABE4983F4F5}">
      <dsp:nvSpPr>
        <dsp:cNvPr id="0" name=""/>
        <dsp:cNvSpPr/>
      </dsp:nvSpPr>
      <dsp:spPr>
        <a:xfrm>
          <a:off x="5360315" y="0"/>
          <a:ext cx="1230187" cy="435133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GB" sz="2200" kern="1200" dirty="0"/>
        </a:p>
      </dsp:txBody>
      <dsp:txXfrm>
        <a:off x="5360315" y="0"/>
        <a:ext cx="1230187" cy="1305401"/>
      </dsp:txXfrm>
    </dsp:sp>
    <dsp:sp modelId="{CC749ED6-4765-4B34-B971-3F44F1318ED4}">
      <dsp:nvSpPr>
        <dsp:cNvPr id="0" name=""/>
        <dsp:cNvSpPr/>
      </dsp:nvSpPr>
      <dsp:spPr>
        <a:xfrm>
          <a:off x="3925096" y="0"/>
          <a:ext cx="1230187" cy="435133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GB" sz="2200" kern="1200" dirty="0"/>
        </a:p>
      </dsp:txBody>
      <dsp:txXfrm>
        <a:off x="3925096" y="0"/>
        <a:ext cx="1230187" cy="1305401"/>
      </dsp:txXfrm>
    </dsp:sp>
    <dsp:sp modelId="{43A9855B-89DA-4B9B-A4E9-304E80763884}">
      <dsp:nvSpPr>
        <dsp:cNvPr id="0" name=""/>
        <dsp:cNvSpPr/>
      </dsp:nvSpPr>
      <dsp:spPr>
        <a:xfrm>
          <a:off x="2489877" y="0"/>
          <a:ext cx="1230187" cy="435133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GB" sz="2200" kern="1200" dirty="0"/>
        </a:p>
      </dsp:txBody>
      <dsp:txXfrm>
        <a:off x="2489877" y="0"/>
        <a:ext cx="1230187" cy="1305401"/>
      </dsp:txXfrm>
    </dsp:sp>
    <dsp:sp modelId="{DDEC87ED-35D9-4C5E-81E3-C6E9FDD3146B}">
      <dsp:nvSpPr>
        <dsp:cNvPr id="0" name=""/>
        <dsp:cNvSpPr/>
      </dsp:nvSpPr>
      <dsp:spPr>
        <a:xfrm>
          <a:off x="1054658" y="0"/>
          <a:ext cx="1230187" cy="435133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GB" sz="2200" kern="1200" dirty="0"/>
            <a:t>Vertical 1</a:t>
          </a:r>
        </a:p>
      </dsp:txBody>
      <dsp:txXfrm>
        <a:off x="1054658" y="0"/>
        <a:ext cx="1230187" cy="1305401"/>
      </dsp:txXfrm>
    </dsp:sp>
    <dsp:sp modelId="{6E36D7C9-D4B5-4D7C-8504-BCE1C25ABF1A}">
      <dsp:nvSpPr>
        <dsp:cNvPr id="0" name=""/>
        <dsp:cNvSpPr/>
      </dsp:nvSpPr>
      <dsp:spPr>
        <a:xfrm>
          <a:off x="1157173" y="3074518"/>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Enterprise</a:t>
          </a:r>
        </a:p>
      </dsp:txBody>
      <dsp:txXfrm>
        <a:off x="1172186" y="3089531"/>
        <a:ext cx="995130" cy="482552"/>
      </dsp:txXfrm>
    </dsp:sp>
    <dsp:sp modelId="{32E151FD-5361-4DE7-8DB2-58DD1CA6054B}">
      <dsp:nvSpPr>
        <dsp:cNvPr id="0" name=""/>
        <dsp:cNvSpPr/>
      </dsp:nvSpPr>
      <dsp:spPr>
        <a:xfrm rot="18289469">
          <a:off x="2028328" y="3025473"/>
          <a:ext cx="718067" cy="21203"/>
        </a:xfrm>
        <a:custGeom>
          <a:avLst/>
          <a:gdLst/>
          <a:ahLst/>
          <a:cxnLst/>
          <a:rect l="0" t="0" r="0" b="0"/>
          <a:pathLst>
            <a:path>
              <a:moveTo>
                <a:pt x="0" y="10601"/>
              </a:moveTo>
              <a:lnTo>
                <a:pt x="718067" y="10601"/>
              </a:lnTo>
            </a:path>
          </a:pathLst>
        </a:custGeom>
        <a:noFill/>
        <a:ln w="1270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369410" y="3018123"/>
        <a:ext cx="35903" cy="35903"/>
      </dsp:txXfrm>
    </dsp:sp>
    <dsp:sp modelId="{44A37A84-318F-40C5-8173-B6685887E62A}">
      <dsp:nvSpPr>
        <dsp:cNvPr id="0" name=""/>
        <dsp:cNvSpPr/>
      </dsp:nvSpPr>
      <dsp:spPr>
        <a:xfrm>
          <a:off x="2592393" y="248505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Portfolio A</a:t>
          </a:r>
        </a:p>
      </dsp:txBody>
      <dsp:txXfrm>
        <a:off x="2607406" y="2500066"/>
        <a:ext cx="995130" cy="482552"/>
      </dsp:txXfrm>
    </dsp:sp>
    <dsp:sp modelId="{930A2BEE-8666-415A-98D6-656CCFB8EBC2}">
      <dsp:nvSpPr>
        <dsp:cNvPr id="0" name=""/>
        <dsp:cNvSpPr/>
      </dsp:nvSpPr>
      <dsp:spPr>
        <a:xfrm rot="18289469">
          <a:off x="3463547" y="2436008"/>
          <a:ext cx="718067" cy="21203"/>
        </a:xfrm>
        <a:custGeom>
          <a:avLst/>
          <a:gdLst/>
          <a:ahLst/>
          <a:cxnLst/>
          <a:rect l="0" t="0" r="0" b="0"/>
          <a:pathLst>
            <a:path>
              <a:moveTo>
                <a:pt x="0" y="10601"/>
              </a:moveTo>
              <a:lnTo>
                <a:pt x="718067"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804629" y="2428658"/>
        <a:ext cx="35903" cy="35903"/>
      </dsp:txXfrm>
    </dsp:sp>
    <dsp:sp modelId="{80BECEC4-B54F-400F-8929-9E6B44002390}">
      <dsp:nvSpPr>
        <dsp:cNvPr id="0" name=""/>
        <dsp:cNvSpPr/>
      </dsp:nvSpPr>
      <dsp:spPr>
        <a:xfrm>
          <a:off x="4027612" y="1895588"/>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Programme 1</a:t>
          </a:r>
        </a:p>
      </dsp:txBody>
      <dsp:txXfrm>
        <a:off x="4042625" y="1910601"/>
        <a:ext cx="995130" cy="482552"/>
      </dsp:txXfrm>
    </dsp:sp>
    <dsp:sp modelId="{D482D821-AE14-43D1-823C-337BD2BC15C4}">
      <dsp:nvSpPr>
        <dsp:cNvPr id="0" name=""/>
        <dsp:cNvSpPr/>
      </dsp:nvSpPr>
      <dsp:spPr>
        <a:xfrm rot="18289469">
          <a:off x="4898766" y="1846543"/>
          <a:ext cx="718067" cy="21203"/>
        </a:xfrm>
        <a:custGeom>
          <a:avLst/>
          <a:gdLst/>
          <a:ahLst/>
          <a:cxnLst/>
          <a:rect l="0" t="0" r="0" b="0"/>
          <a:pathLst>
            <a:path>
              <a:moveTo>
                <a:pt x="0" y="10601"/>
              </a:moveTo>
              <a:lnTo>
                <a:pt x="718067"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239848" y="1839193"/>
        <a:ext cx="35903" cy="35903"/>
      </dsp:txXfrm>
    </dsp:sp>
    <dsp:sp modelId="{7B077B37-9FCB-4113-86A6-B5A211E9868D}">
      <dsp:nvSpPr>
        <dsp:cNvPr id="0" name=""/>
        <dsp:cNvSpPr/>
      </dsp:nvSpPr>
      <dsp:spPr>
        <a:xfrm>
          <a:off x="5462831" y="130612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Project x</a:t>
          </a:r>
        </a:p>
      </dsp:txBody>
      <dsp:txXfrm>
        <a:off x="5477844" y="1321136"/>
        <a:ext cx="995130" cy="482552"/>
      </dsp:txXfrm>
    </dsp:sp>
    <dsp:sp modelId="{AAE3A915-2B62-4C50-8944-BA048ABFA5F5}">
      <dsp:nvSpPr>
        <dsp:cNvPr id="0" name=""/>
        <dsp:cNvSpPr/>
      </dsp:nvSpPr>
      <dsp:spPr>
        <a:xfrm>
          <a:off x="5052768" y="2141276"/>
          <a:ext cx="410062" cy="21203"/>
        </a:xfrm>
        <a:custGeom>
          <a:avLst/>
          <a:gdLst/>
          <a:ahLst/>
          <a:cxnLst/>
          <a:rect l="0" t="0" r="0" b="0"/>
          <a:pathLst>
            <a:path>
              <a:moveTo>
                <a:pt x="0" y="10601"/>
              </a:moveTo>
              <a:lnTo>
                <a:pt x="410062"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247548" y="2141626"/>
        <a:ext cx="20503" cy="20503"/>
      </dsp:txXfrm>
    </dsp:sp>
    <dsp:sp modelId="{87E79E67-3C96-4EAB-8733-339D6CFF1CED}">
      <dsp:nvSpPr>
        <dsp:cNvPr id="0" name=""/>
        <dsp:cNvSpPr/>
      </dsp:nvSpPr>
      <dsp:spPr>
        <a:xfrm>
          <a:off x="5462831" y="1895588"/>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a:t>Project y</a:t>
          </a:r>
          <a:endParaRPr lang="en-GB" sz="1400" kern="1200" dirty="0"/>
        </a:p>
      </dsp:txBody>
      <dsp:txXfrm>
        <a:off x="5477844" y="1910601"/>
        <a:ext cx="995130" cy="482552"/>
      </dsp:txXfrm>
    </dsp:sp>
    <dsp:sp modelId="{4D35DB6C-F8AC-4A46-B9FA-79AE85F69FF4}">
      <dsp:nvSpPr>
        <dsp:cNvPr id="0" name=""/>
        <dsp:cNvSpPr/>
      </dsp:nvSpPr>
      <dsp:spPr>
        <a:xfrm rot="3310531">
          <a:off x="4898766" y="2436008"/>
          <a:ext cx="718067" cy="21203"/>
        </a:xfrm>
        <a:custGeom>
          <a:avLst/>
          <a:gdLst/>
          <a:ahLst/>
          <a:cxnLst/>
          <a:rect l="0" t="0" r="0" b="0"/>
          <a:pathLst>
            <a:path>
              <a:moveTo>
                <a:pt x="0" y="10601"/>
              </a:moveTo>
              <a:lnTo>
                <a:pt x="718067"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239848" y="2428658"/>
        <a:ext cx="35903" cy="35903"/>
      </dsp:txXfrm>
    </dsp:sp>
    <dsp:sp modelId="{2A306655-A2B9-41B6-9345-76C275AFFFBB}">
      <dsp:nvSpPr>
        <dsp:cNvPr id="0" name=""/>
        <dsp:cNvSpPr/>
      </dsp:nvSpPr>
      <dsp:spPr>
        <a:xfrm>
          <a:off x="5462831" y="248505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Project z</a:t>
          </a:r>
        </a:p>
      </dsp:txBody>
      <dsp:txXfrm>
        <a:off x="5477844" y="2500066"/>
        <a:ext cx="995130" cy="482552"/>
      </dsp:txXfrm>
    </dsp:sp>
    <dsp:sp modelId="{12FEEAA1-1AA1-4E1B-8041-8A7701CCC432}">
      <dsp:nvSpPr>
        <dsp:cNvPr id="0" name=""/>
        <dsp:cNvSpPr/>
      </dsp:nvSpPr>
      <dsp:spPr>
        <a:xfrm>
          <a:off x="6487987" y="2730741"/>
          <a:ext cx="410062" cy="21203"/>
        </a:xfrm>
        <a:custGeom>
          <a:avLst/>
          <a:gdLst/>
          <a:ahLst/>
          <a:cxnLst/>
          <a:rect l="0" t="0" r="0" b="0"/>
          <a:pathLst>
            <a:path>
              <a:moveTo>
                <a:pt x="0" y="10601"/>
              </a:moveTo>
              <a:lnTo>
                <a:pt x="410062"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6682767" y="2731091"/>
        <a:ext cx="20503" cy="20503"/>
      </dsp:txXfrm>
    </dsp:sp>
    <dsp:sp modelId="{ED843170-BFFF-4E5C-81D0-C8B6D42297F4}">
      <dsp:nvSpPr>
        <dsp:cNvPr id="0" name=""/>
        <dsp:cNvSpPr/>
      </dsp:nvSpPr>
      <dsp:spPr>
        <a:xfrm>
          <a:off x="6898050" y="248505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a:t>Workstream</a:t>
          </a:r>
          <a:endParaRPr lang="en-GB" sz="1400" kern="1200" dirty="0"/>
        </a:p>
      </dsp:txBody>
      <dsp:txXfrm>
        <a:off x="6913063" y="2500066"/>
        <a:ext cx="995130" cy="482552"/>
      </dsp:txXfrm>
    </dsp:sp>
    <dsp:sp modelId="{7592DCB9-E036-4BC5-8DAF-A4C63F6A6048}">
      <dsp:nvSpPr>
        <dsp:cNvPr id="0" name=""/>
        <dsp:cNvSpPr/>
      </dsp:nvSpPr>
      <dsp:spPr>
        <a:xfrm>
          <a:off x="7923206" y="2730741"/>
          <a:ext cx="410062" cy="21203"/>
        </a:xfrm>
        <a:custGeom>
          <a:avLst/>
          <a:gdLst/>
          <a:ahLst/>
          <a:cxnLst/>
          <a:rect l="0" t="0" r="0" b="0"/>
          <a:pathLst>
            <a:path>
              <a:moveTo>
                <a:pt x="0" y="10601"/>
              </a:moveTo>
              <a:lnTo>
                <a:pt x="410062"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8117986" y="2731091"/>
        <a:ext cx="20503" cy="20503"/>
      </dsp:txXfrm>
    </dsp:sp>
    <dsp:sp modelId="{B7DA4F3A-9B9B-4AA0-850A-8BCF7C0DCB85}">
      <dsp:nvSpPr>
        <dsp:cNvPr id="0" name=""/>
        <dsp:cNvSpPr/>
      </dsp:nvSpPr>
      <dsp:spPr>
        <a:xfrm>
          <a:off x="8333269" y="248505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a:t>Task</a:t>
          </a:r>
          <a:endParaRPr lang="en-GB" sz="1400" kern="1200" dirty="0"/>
        </a:p>
      </dsp:txBody>
      <dsp:txXfrm>
        <a:off x="8348282" y="2500066"/>
        <a:ext cx="995130" cy="482552"/>
      </dsp:txXfrm>
    </dsp:sp>
    <dsp:sp modelId="{F88A9343-118E-49F8-9E06-2BE560BF5E05}">
      <dsp:nvSpPr>
        <dsp:cNvPr id="0" name=""/>
        <dsp:cNvSpPr/>
      </dsp:nvSpPr>
      <dsp:spPr>
        <a:xfrm>
          <a:off x="3617549" y="2730741"/>
          <a:ext cx="410062" cy="21203"/>
        </a:xfrm>
        <a:custGeom>
          <a:avLst/>
          <a:gdLst/>
          <a:ahLst/>
          <a:cxnLst/>
          <a:rect l="0" t="0" r="0" b="0"/>
          <a:pathLst>
            <a:path>
              <a:moveTo>
                <a:pt x="0" y="10601"/>
              </a:moveTo>
              <a:lnTo>
                <a:pt x="410062"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812329" y="2731091"/>
        <a:ext cx="20503" cy="20503"/>
      </dsp:txXfrm>
    </dsp:sp>
    <dsp:sp modelId="{FE055FCB-CDD2-401B-B6CC-FCEE270037EC}">
      <dsp:nvSpPr>
        <dsp:cNvPr id="0" name=""/>
        <dsp:cNvSpPr/>
      </dsp:nvSpPr>
      <dsp:spPr>
        <a:xfrm>
          <a:off x="4027612" y="248505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Programme 2</a:t>
          </a:r>
        </a:p>
      </dsp:txBody>
      <dsp:txXfrm>
        <a:off x="4042625" y="2500066"/>
        <a:ext cx="995130" cy="482552"/>
      </dsp:txXfrm>
    </dsp:sp>
    <dsp:sp modelId="{A6EEDC62-D448-4A1F-A35C-DF196B523FF5}">
      <dsp:nvSpPr>
        <dsp:cNvPr id="0" name=""/>
        <dsp:cNvSpPr/>
      </dsp:nvSpPr>
      <dsp:spPr>
        <a:xfrm rot="3310531">
          <a:off x="3463547" y="3025473"/>
          <a:ext cx="718067" cy="21203"/>
        </a:xfrm>
        <a:custGeom>
          <a:avLst/>
          <a:gdLst/>
          <a:ahLst/>
          <a:cxnLst/>
          <a:rect l="0" t="0" r="0" b="0"/>
          <a:pathLst>
            <a:path>
              <a:moveTo>
                <a:pt x="0" y="10601"/>
              </a:moveTo>
              <a:lnTo>
                <a:pt x="718067"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804629" y="3018123"/>
        <a:ext cx="35903" cy="35903"/>
      </dsp:txXfrm>
    </dsp:sp>
    <dsp:sp modelId="{03E2AC06-CDBA-42CC-848A-ED897BD64E34}">
      <dsp:nvSpPr>
        <dsp:cNvPr id="0" name=""/>
        <dsp:cNvSpPr/>
      </dsp:nvSpPr>
      <dsp:spPr>
        <a:xfrm>
          <a:off x="4027612" y="3074518"/>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a:t>Programme 3</a:t>
          </a:r>
          <a:endParaRPr lang="en-GB" sz="1400" kern="1200" dirty="0"/>
        </a:p>
      </dsp:txBody>
      <dsp:txXfrm>
        <a:off x="4042625" y="3089531"/>
        <a:ext cx="995130" cy="482552"/>
      </dsp:txXfrm>
    </dsp:sp>
    <dsp:sp modelId="{96BFA8D6-6D1C-4416-8D50-90D53C74623A}">
      <dsp:nvSpPr>
        <dsp:cNvPr id="0" name=""/>
        <dsp:cNvSpPr/>
      </dsp:nvSpPr>
      <dsp:spPr>
        <a:xfrm>
          <a:off x="2182330" y="3320206"/>
          <a:ext cx="410062" cy="21203"/>
        </a:xfrm>
        <a:custGeom>
          <a:avLst/>
          <a:gdLst/>
          <a:ahLst/>
          <a:cxnLst/>
          <a:rect l="0" t="0" r="0" b="0"/>
          <a:pathLst>
            <a:path>
              <a:moveTo>
                <a:pt x="0" y="10601"/>
              </a:moveTo>
              <a:lnTo>
                <a:pt x="410062" y="10601"/>
              </a:lnTo>
            </a:path>
          </a:pathLst>
        </a:custGeom>
        <a:noFill/>
        <a:ln w="1270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377110" y="3320556"/>
        <a:ext cx="20503" cy="20503"/>
      </dsp:txXfrm>
    </dsp:sp>
    <dsp:sp modelId="{C2601B8D-C152-48D4-8FB9-D7BD27C18014}">
      <dsp:nvSpPr>
        <dsp:cNvPr id="0" name=""/>
        <dsp:cNvSpPr/>
      </dsp:nvSpPr>
      <dsp:spPr>
        <a:xfrm>
          <a:off x="2592393" y="3074518"/>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Portfolio B</a:t>
          </a:r>
        </a:p>
      </dsp:txBody>
      <dsp:txXfrm>
        <a:off x="2607406" y="3089531"/>
        <a:ext cx="995130" cy="482552"/>
      </dsp:txXfrm>
    </dsp:sp>
    <dsp:sp modelId="{371D6869-12C6-4993-9767-E49CC27490A6}">
      <dsp:nvSpPr>
        <dsp:cNvPr id="0" name=""/>
        <dsp:cNvSpPr/>
      </dsp:nvSpPr>
      <dsp:spPr>
        <a:xfrm rot="3310531">
          <a:off x="2028328" y="3614938"/>
          <a:ext cx="718067" cy="21203"/>
        </a:xfrm>
        <a:custGeom>
          <a:avLst/>
          <a:gdLst/>
          <a:ahLst/>
          <a:cxnLst/>
          <a:rect l="0" t="0" r="0" b="0"/>
          <a:pathLst>
            <a:path>
              <a:moveTo>
                <a:pt x="0" y="10601"/>
              </a:moveTo>
              <a:lnTo>
                <a:pt x="718067" y="10601"/>
              </a:lnTo>
            </a:path>
          </a:pathLst>
        </a:custGeom>
        <a:noFill/>
        <a:ln w="1270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369410" y="3607588"/>
        <a:ext cx="35903" cy="35903"/>
      </dsp:txXfrm>
    </dsp:sp>
    <dsp:sp modelId="{A8C2AEA2-E94E-4E6A-9F55-6B5A9FDD4981}">
      <dsp:nvSpPr>
        <dsp:cNvPr id="0" name=""/>
        <dsp:cNvSpPr/>
      </dsp:nvSpPr>
      <dsp:spPr>
        <a:xfrm>
          <a:off x="2592393" y="366398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dirty="0"/>
            <a:t>Portfolio C</a:t>
          </a:r>
        </a:p>
      </dsp:txBody>
      <dsp:txXfrm>
        <a:off x="2607406" y="3678996"/>
        <a:ext cx="995130" cy="482552"/>
      </dsp:txXfrm>
    </dsp:sp>
    <dsp:sp modelId="{4CE7089C-CFD2-4CCF-878A-7FA372DE4F5F}">
      <dsp:nvSpPr>
        <dsp:cNvPr id="0" name=""/>
        <dsp:cNvSpPr/>
      </dsp:nvSpPr>
      <dsp:spPr>
        <a:xfrm>
          <a:off x="3617549" y="3909671"/>
          <a:ext cx="410062" cy="21203"/>
        </a:xfrm>
        <a:custGeom>
          <a:avLst/>
          <a:gdLst/>
          <a:ahLst/>
          <a:cxnLst/>
          <a:rect l="0" t="0" r="0" b="0"/>
          <a:pathLst>
            <a:path>
              <a:moveTo>
                <a:pt x="0" y="10601"/>
              </a:moveTo>
              <a:lnTo>
                <a:pt x="410062"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812329" y="3910021"/>
        <a:ext cx="20503" cy="20503"/>
      </dsp:txXfrm>
    </dsp:sp>
    <dsp:sp modelId="{1AE8D8D5-D97A-41D2-9A6B-7837DFEA5257}">
      <dsp:nvSpPr>
        <dsp:cNvPr id="0" name=""/>
        <dsp:cNvSpPr/>
      </dsp:nvSpPr>
      <dsp:spPr>
        <a:xfrm>
          <a:off x="4027612" y="366398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a:t>Programme C.1</a:t>
          </a:r>
          <a:endParaRPr lang="en-GB" sz="1400" kern="1200" dirty="0"/>
        </a:p>
      </dsp:txBody>
      <dsp:txXfrm>
        <a:off x="4042625" y="3678996"/>
        <a:ext cx="995130" cy="482552"/>
      </dsp:txXfrm>
    </dsp:sp>
    <dsp:sp modelId="{429FC241-905C-4272-BFF5-7CE3A94B6ADA}">
      <dsp:nvSpPr>
        <dsp:cNvPr id="0" name=""/>
        <dsp:cNvSpPr/>
      </dsp:nvSpPr>
      <dsp:spPr>
        <a:xfrm>
          <a:off x="5052768" y="3909671"/>
          <a:ext cx="410062" cy="21203"/>
        </a:xfrm>
        <a:custGeom>
          <a:avLst/>
          <a:gdLst/>
          <a:ahLst/>
          <a:cxnLst/>
          <a:rect l="0" t="0" r="0" b="0"/>
          <a:pathLst>
            <a:path>
              <a:moveTo>
                <a:pt x="0" y="10601"/>
              </a:moveTo>
              <a:lnTo>
                <a:pt x="410062"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247548" y="3910021"/>
        <a:ext cx="20503" cy="20503"/>
      </dsp:txXfrm>
    </dsp:sp>
    <dsp:sp modelId="{D8FFFB6A-EE42-44DA-A7FF-846682FDF86D}">
      <dsp:nvSpPr>
        <dsp:cNvPr id="0" name=""/>
        <dsp:cNvSpPr/>
      </dsp:nvSpPr>
      <dsp:spPr>
        <a:xfrm>
          <a:off x="5462831" y="366398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a:t>Project C1.1</a:t>
          </a:r>
          <a:endParaRPr lang="en-GB" sz="1400" kern="1200" dirty="0"/>
        </a:p>
      </dsp:txBody>
      <dsp:txXfrm>
        <a:off x="5477844" y="3678996"/>
        <a:ext cx="995130" cy="482552"/>
      </dsp:txXfrm>
    </dsp:sp>
    <dsp:sp modelId="{ED2FED1F-1757-4A99-BC9F-003F40318CFF}">
      <dsp:nvSpPr>
        <dsp:cNvPr id="0" name=""/>
        <dsp:cNvSpPr/>
      </dsp:nvSpPr>
      <dsp:spPr>
        <a:xfrm>
          <a:off x="6487987" y="3909671"/>
          <a:ext cx="410062" cy="21203"/>
        </a:xfrm>
        <a:custGeom>
          <a:avLst/>
          <a:gdLst/>
          <a:ahLst/>
          <a:cxnLst/>
          <a:rect l="0" t="0" r="0" b="0"/>
          <a:pathLst>
            <a:path>
              <a:moveTo>
                <a:pt x="0" y="10601"/>
              </a:moveTo>
              <a:lnTo>
                <a:pt x="410062" y="10601"/>
              </a:lnTo>
            </a:path>
          </a:pathLst>
        </a:custGeom>
        <a:noFill/>
        <a:ln w="12700" cap="flat" cmpd="sng" algn="ctr">
          <a:solidFill>
            <a:schemeClr val="dk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6682767" y="3910021"/>
        <a:ext cx="20503" cy="20503"/>
      </dsp:txXfrm>
    </dsp:sp>
    <dsp:sp modelId="{4095610A-BBCD-4968-8C40-EC7CCEADCD42}">
      <dsp:nvSpPr>
        <dsp:cNvPr id="0" name=""/>
        <dsp:cNvSpPr/>
      </dsp:nvSpPr>
      <dsp:spPr>
        <a:xfrm>
          <a:off x="6898050" y="3663983"/>
          <a:ext cx="1025156" cy="51257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kern="1200"/>
            <a:t>Workstream C1.1.</a:t>
          </a:r>
          <a:endParaRPr lang="en-GB" sz="1400" kern="1200" dirty="0"/>
        </a:p>
      </dsp:txBody>
      <dsp:txXfrm>
        <a:off x="6913063" y="3678996"/>
        <a:ext cx="995130" cy="48255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AC3AA-0780-F104-6751-B462BBF212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F49B3BB-44D4-F40B-9E0A-BF7DADFEC5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30CFCFE-4AFC-FDA4-8A63-A2BB11A836C9}"/>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5" name="Footer Placeholder 4">
            <a:extLst>
              <a:ext uri="{FF2B5EF4-FFF2-40B4-BE49-F238E27FC236}">
                <a16:creationId xmlns:a16="http://schemas.microsoft.com/office/drawing/2014/main" id="{269CADA1-A778-52F0-7157-9B168F81EF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385DA3-3020-B816-25CA-A4993F068B59}"/>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679212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35AC0-50C6-4411-46AE-A877988EE34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B4AEE1-56B5-1E1E-EDF1-3BDB6B56AC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18F3E5-BB44-16A6-3364-E67D337F47F0}"/>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5" name="Footer Placeholder 4">
            <a:extLst>
              <a:ext uri="{FF2B5EF4-FFF2-40B4-BE49-F238E27FC236}">
                <a16:creationId xmlns:a16="http://schemas.microsoft.com/office/drawing/2014/main" id="{E121799F-78FB-CDA0-565A-885BED6D03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DE0339-B904-E5E1-E6FC-0CE31634F507}"/>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3716553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15944-EDD7-8333-A769-39DF9C4D3B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FC7B8A-FFCE-5A77-59DF-831DD006C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D79302-9C97-6D8C-AD4A-6ABCF329AA61}"/>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5" name="Footer Placeholder 4">
            <a:extLst>
              <a:ext uri="{FF2B5EF4-FFF2-40B4-BE49-F238E27FC236}">
                <a16:creationId xmlns:a16="http://schemas.microsoft.com/office/drawing/2014/main" id="{35FBF5B0-865B-AFAF-D32A-FC837E774B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E6852C-A63F-8AC9-2BBE-394DEB37D795}"/>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275938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98BAD-3172-344B-3175-DD781E61EB8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A6CEBD9-CF62-BFE4-D438-F7C7C43547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FB181EE-BCC2-8F0C-604E-F391E7F98B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66FDC09-C93F-8026-96F5-38F77A1B24EB}"/>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6" name="Footer Placeholder 5">
            <a:extLst>
              <a:ext uri="{FF2B5EF4-FFF2-40B4-BE49-F238E27FC236}">
                <a16:creationId xmlns:a16="http://schemas.microsoft.com/office/drawing/2014/main" id="{9A4347D5-3AE6-203E-FE86-F57A195D0B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1D0CB7-9178-FB1F-D2DF-17C0BE166622}"/>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675797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A2DB6-5AB1-6B3D-4DC0-82202E64C18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1E093B7-E0B1-D49D-FE02-AB50823C5A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23EF9-3FFB-D680-4789-F6640E82FE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8A64B1B-4F18-E558-1684-D6D0F49E70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32B19B-7571-F902-FBCE-8E733B4F06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DFEA807-AC6E-50A5-355C-2BC91462E57D}"/>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8" name="Footer Placeholder 7">
            <a:extLst>
              <a:ext uri="{FF2B5EF4-FFF2-40B4-BE49-F238E27FC236}">
                <a16:creationId xmlns:a16="http://schemas.microsoft.com/office/drawing/2014/main" id="{15ED87B4-6C0E-33B3-14A3-5696D97226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DA43EDE-3BEB-5C3D-6320-12F74F082035}"/>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3662542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36E43-DDDE-BA5A-53A3-C6AE9F52063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1D0DA35-715F-44EC-0F7E-D593CEFEA818}"/>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4" name="Footer Placeholder 3">
            <a:extLst>
              <a:ext uri="{FF2B5EF4-FFF2-40B4-BE49-F238E27FC236}">
                <a16:creationId xmlns:a16="http://schemas.microsoft.com/office/drawing/2014/main" id="{94B4F56C-DF5C-45B5-822F-76E70D21359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3FCE435-BF3D-DEAB-B920-03C70FF9758F}"/>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3870133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9E8817-3DCA-1FDB-D4DC-0FDE90310DA8}"/>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3" name="Footer Placeholder 2">
            <a:extLst>
              <a:ext uri="{FF2B5EF4-FFF2-40B4-BE49-F238E27FC236}">
                <a16:creationId xmlns:a16="http://schemas.microsoft.com/office/drawing/2014/main" id="{D6886BCA-EA44-5A29-7688-52909C24902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D43909C-9EE0-BDBF-260E-71E014565708}"/>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3870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1E8CD-7536-A51C-1104-14A406EB6A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6DBBE03-681F-EACA-AF17-1F1EF3EE1B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B2BD1AE-05AE-2288-08B0-95C8FF990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3AEF7-05C2-123B-B258-17EA97903D95}"/>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6" name="Footer Placeholder 5">
            <a:extLst>
              <a:ext uri="{FF2B5EF4-FFF2-40B4-BE49-F238E27FC236}">
                <a16:creationId xmlns:a16="http://schemas.microsoft.com/office/drawing/2014/main" id="{34C6D3B6-CBAE-C71B-1E45-4FB585D64B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1D35D2-50D7-639A-5243-3148F05DB834}"/>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226689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804C-FAB8-EB3B-D543-FD8D996084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78F92D9-B73F-C23E-17A6-3E3A8077A7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BC075C0-989A-C579-35E2-3782D4E6A4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E22616-ABAC-3D5D-DF38-5C196CCDD572}"/>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6" name="Footer Placeholder 5">
            <a:extLst>
              <a:ext uri="{FF2B5EF4-FFF2-40B4-BE49-F238E27FC236}">
                <a16:creationId xmlns:a16="http://schemas.microsoft.com/office/drawing/2014/main" id="{4CDE6730-8FAF-B229-07A4-53351035715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72FE97-559B-4428-0879-8C29A4237F1B}"/>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680165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93828-AF2D-5273-B93E-F48C5D54D99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7F4395-D334-8D6F-9021-0F221D805E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53EBF7-4E5B-90D4-760B-F2714367C81F}"/>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5" name="Footer Placeholder 4">
            <a:extLst>
              <a:ext uri="{FF2B5EF4-FFF2-40B4-BE49-F238E27FC236}">
                <a16:creationId xmlns:a16="http://schemas.microsoft.com/office/drawing/2014/main" id="{289D7957-7E82-0B04-AA83-EC1CBBFBFAC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1F65EB-0EBB-07BC-60C9-F6DDF330724B}"/>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483604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012FB3-7A7A-F946-6834-6C760B4807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4590050-3EFA-4327-52EF-E4F6ED9D0E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0922E8-6ABB-E6EB-5511-5F1188784723}"/>
              </a:ext>
            </a:extLst>
          </p:cNvPr>
          <p:cNvSpPr>
            <a:spLocks noGrp="1"/>
          </p:cNvSpPr>
          <p:nvPr>
            <p:ph type="dt" sz="half" idx="10"/>
          </p:nvPr>
        </p:nvSpPr>
        <p:spPr/>
        <p:txBody>
          <a:bodyPr/>
          <a:lstStyle/>
          <a:p>
            <a:fld id="{DAE5DD6C-D1D8-4C28-8CCF-A8FDCD8AD440}" type="datetimeFigureOut">
              <a:rPr lang="en-GB" smtClean="0"/>
              <a:t>17/04/2026</a:t>
            </a:fld>
            <a:endParaRPr lang="en-GB"/>
          </a:p>
        </p:txBody>
      </p:sp>
      <p:sp>
        <p:nvSpPr>
          <p:cNvPr id="5" name="Footer Placeholder 4">
            <a:extLst>
              <a:ext uri="{FF2B5EF4-FFF2-40B4-BE49-F238E27FC236}">
                <a16:creationId xmlns:a16="http://schemas.microsoft.com/office/drawing/2014/main" id="{C69EA7DE-CC67-B63A-B812-E8BC57649D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293BFC-1C89-DFD0-2AAD-11F7AF882226}"/>
              </a:ext>
            </a:extLst>
          </p:cNvPr>
          <p:cNvSpPr>
            <a:spLocks noGrp="1"/>
          </p:cNvSpPr>
          <p:nvPr>
            <p:ph type="sldNum" sz="quarter" idx="12"/>
          </p:nvPr>
        </p:nvSpPr>
        <p:spPr/>
        <p:txBody>
          <a:bodyPr/>
          <a:lstStyle/>
          <a:p>
            <a:fld id="{A8A68262-BCAB-4878-A4D2-9BB7EF452221}" type="slidenum">
              <a:rPr lang="en-GB" smtClean="0"/>
              <a:t>‹#›</a:t>
            </a:fld>
            <a:endParaRPr lang="en-GB"/>
          </a:p>
        </p:txBody>
      </p:sp>
    </p:spTree>
    <p:extLst>
      <p:ext uri="{BB962C8B-B14F-4D97-AF65-F5344CB8AC3E}">
        <p14:creationId xmlns:p14="http://schemas.microsoft.com/office/powerpoint/2010/main" val="2019481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177BA84-5DB7-492E-9E5A-529FE8110731}" type="datetimeFigureOut">
              <a:rPr lang="en-GB" smtClean="0"/>
              <a:t>17/04/2026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020DEB0-BCC6-406D-BBC0-54A5C90E0B91}" type="slidenum">
              <a:rPr lang="en-GB" smtClean="0"/>
              <a:t>‹#›</a:t>
            </a:fld>
            <a:endParaRPr lang="en-GB"/>
          </a:p>
        </p:txBody>
      </p:sp>
    </p:spTree>
    <p:extLst>
      <p:ext uri="{BB962C8B-B14F-4D97-AF65-F5344CB8AC3E}">
        <p14:creationId xmlns:p14="http://schemas.microsoft.com/office/powerpoint/2010/main" val="3565224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6DD28B-6830-D5C0-1AC6-91DA641B39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E12021-E344-AC09-3175-9400B7F624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9A1874-E0A6-A601-A20D-0AEF6F8189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E5DD6C-D1D8-4C28-8CCF-A8FDCD8AD440}" type="datetimeFigureOut">
              <a:rPr lang="en-GB" smtClean="0"/>
              <a:t>17/04/2026</a:t>
            </a:fld>
            <a:endParaRPr lang="en-GB"/>
          </a:p>
        </p:txBody>
      </p:sp>
      <p:sp>
        <p:nvSpPr>
          <p:cNvPr id="5" name="Footer Placeholder 4">
            <a:extLst>
              <a:ext uri="{FF2B5EF4-FFF2-40B4-BE49-F238E27FC236}">
                <a16:creationId xmlns:a16="http://schemas.microsoft.com/office/drawing/2014/main" id="{472A3256-ADEF-B009-C6A0-92D1DE3466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1A094B2-A951-792A-73F2-946D992B17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A68262-BCAB-4878-A4D2-9BB7EF452221}" type="slidenum">
              <a:rPr lang="en-GB" smtClean="0"/>
              <a:t>‹#›</a:t>
            </a:fld>
            <a:endParaRPr lang="en-GB"/>
          </a:p>
        </p:txBody>
      </p:sp>
    </p:spTree>
    <p:extLst>
      <p:ext uri="{BB962C8B-B14F-4D97-AF65-F5344CB8AC3E}">
        <p14:creationId xmlns:p14="http://schemas.microsoft.com/office/powerpoint/2010/main" val="1411398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ED705-146D-B0BD-77F4-3965E9DAF4F3}"/>
              </a:ext>
            </a:extLst>
          </p:cNvPr>
          <p:cNvSpPr>
            <a:spLocks noGrp="1"/>
          </p:cNvSpPr>
          <p:nvPr>
            <p:ph type="ctrTitle"/>
          </p:nvPr>
        </p:nvSpPr>
        <p:spPr/>
        <p:txBody>
          <a:bodyPr/>
          <a:lstStyle/>
          <a:p>
            <a:r>
              <a:rPr lang="en-GB" dirty="0"/>
              <a:t>Lyra</a:t>
            </a:r>
          </a:p>
        </p:txBody>
      </p:sp>
      <p:sp>
        <p:nvSpPr>
          <p:cNvPr id="3" name="Subtitle 2">
            <a:extLst>
              <a:ext uri="{FF2B5EF4-FFF2-40B4-BE49-F238E27FC236}">
                <a16:creationId xmlns:a16="http://schemas.microsoft.com/office/drawing/2014/main" id="{AD9F31D0-804D-70BC-DD77-3D47B2E10BE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629508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718028-5546-A352-99B2-313E1E04D491}"/>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kern="1200" dirty="0">
                <a:solidFill>
                  <a:srgbClr val="FFFFFF"/>
                </a:solidFill>
                <a:latin typeface="+mj-lt"/>
                <a:ea typeface="+mj-ea"/>
                <a:cs typeface="+mj-cs"/>
              </a:rPr>
              <a:t>Lyra  - Key principles</a:t>
            </a:r>
          </a:p>
        </p:txBody>
      </p:sp>
      <p:graphicFrame>
        <p:nvGraphicFramePr>
          <p:cNvPr id="5" name="TextBox 2">
            <a:extLst>
              <a:ext uri="{FF2B5EF4-FFF2-40B4-BE49-F238E27FC236}">
                <a16:creationId xmlns:a16="http://schemas.microsoft.com/office/drawing/2014/main" id="{C884170D-6B77-6F3C-D558-332B9D88BEDF}"/>
              </a:ext>
            </a:extLst>
          </p:cNvPr>
          <p:cNvGraphicFramePr/>
          <p:nvPr>
            <p:extLst>
              <p:ext uri="{D42A27DB-BD31-4B8C-83A1-F6EECF244321}">
                <p14:modId xmlns:p14="http://schemas.microsoft.com/office/powerpoint/2010/main" val="86521045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5060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97E0D-898B-62FD-2A8F-DB9D6198D59B}"/>
              </a:ext>
            </a:extLst>
          </p:cNvPr>
          <p:cNvSpPr>
            <a:spLocks noGrp="1"/>
          </p:cNvSpPr>
          <p:nvPr>
            <p:ph type="title"/>
          </p:nvPr>
        </p:nvSpPr>
        <p:spPr/>
        <p:txBody>
          <a:bodyPr/>
          <a:lstStyle/>
          <a:p>
            <a:r>
              <a:rPr lang="en-GB" dirty="0"/>
              <a:t>Requirements</a:t>
            </a:r>
          </a:p>
        </p:txBody>
      </p:sp>
      <p:sp>
        <p:nvSpPr>
          <p:cNvPr id="3" name="TextBox 2">
            <a:extLst>
              <a:ext uri="{FF2B5EF4-FFF2-40B4-BE49-F238E27FC236}">
                <a16:creationId xmlns:a16="http://schemas.microsoft.com/office/drawing/2014/main" id="{A13B67AE-98F4-B8EC-FA54-668447B572BC}"/>
              </a:ext>
            </a:extLst>
          </p:cNvPr>
          <p:cNvSpPr txBox="1"/>
          <p:nvPr/>
        </p:nvSpPr>
        <p:spPr>
          <a:xfrm>
            <a:off x="896293" y="2082297"/>
            <a:ext cx="9660048" cy="4154984"/>
          </a:xfrm>
          <a:prstGeom prst="rect">
            <a:avLst/>
          </a:prstGeom>
          <a:noFill/>
        </p:spPr>
        <p:txBody>
          <a:bodyPr wrap="square" rtlCol="0">
            <a:spAutoFit/>
          </a:bodyPr>
          <a:lstStyle/>
          <a:p>
            <a:pPr marL="342900" indent="-342900">
              <a:buFont typeface="+mj-lt"/>
              <a:buAutoNum type="arabicPeriod"/>
            </a:pPr>
            <a:r>
              <a:rPr lang="en-GB" sz="2400" b="1" dirty="0"/>
              <a:t>Solution architecture</a:t>
            </a:r>
            <a:r>
              <a:rPr lang="en-GB" sz="2400" dirty="0"/>
              <a:t>:</a:t>
            </a:r>
          </a:p>
          <a:p>
            <a:pPr lvl="1"/>
            <a:r>
              <a:rPr lang="en-GB" sz="2400" dirty="0"/>
              <a:t>Platform requirements:</a:t>
            </a:r>
          </a:p>
          <a:p>
            <a:pPr marL="1257300" lvl="2" indent="-342900">
              <a:buFont typeface="+mj-lt"/>
              <a:buAutoNum type="alphaLcParenR"/>
            </a:pPr>
            <a:r>
              <a:rPr lang="en-GB" sz="2400" dirty="0"/>
              <a:t>Allow for containing client data (therefore accommodate for restrictions that apply)</a:t>
            </a:r>
          </a:p>
          <a:p>
            <a:pPr marL="1257300" lvl="2" indent="-342900">
              <a:buFont typeface="+mj-lt"/>
              <a:buAutoNum type="alphaLcParenR"/>
            </a:pPr>
            <a:r>
              <a:rPr lang="en-GB" sz="2400" dirty="0"/>
              <a:t>Work on windows and Mac</a:t>
            </a:r>
          </a:p>
          <a:p>
            <a:pPr marL="1257300" lvl="2" indent="-342900">
              <a:buFont typeface="+mj-lt"/>
              <a:buAutoNum type="alphaLcParenR"/>
            </a:pPr>
            <a:r>
              <a:rPr lang="en-GB" sz="2400" dirty="0"/>
              <a:t>Work on mobile (limited functionality)</a:t>
            </a:r>
          </a:p>
          <a:p>
            <a:pPr marL="1257300" lvl="2" indent="-342900">
              <a:buFont typeface="+mj-lt"/>
              <a:buAutoNum type="alphaLcParenR"/>
            </a:pPr>
            <a:r>
              <a:rPr lang="en-GB" sz="2400" dirty="0"/>
              <a:t>Work in any jurisdiction</a:t>
            </a:r>
          </a:p>
          <a:p>
            <a:pPr marL="1257300" lvl="2" indent="-342900">
              <a:buFont typeface="+mj-lt"/>
              <a:buAutoNum type="alphaLcParenR"/>
            </a:pPr>
            <a:r>
              <a:rPr lang="en-GB" sz="2400" dirty="0"/>
              <a:t>Be fast</a:t>
            </a:r>
          </a:p>
          <a:p>
            <a:pPr marL="342900" indent="-342900">
              <a:buFont typeface="+mj-lt"/>
              <a:buAutoNum type="arabicPeriod"/>
            </a:pPr>
            <a:endParaRPr lang="en-GB" sz="2400" dirty="0"/>
          </a:p>
          <a:p>
            <a:pPr marL="342900" indent="-342900">
              <a:buFont typeface="+mj-lt"/>
              <a:buAutoNum type="arabicPeriod"/>
            </a:pPr>
            <a:r>
              <a:rPr lang="en-GB" sz="2400" b="1" dirty="0"/>
              <a:t>Effort estimate to produce prototype</a:t>
            </a:r>
          </a:p>
          <a:p>
            <a:pPr marL="342900" indent="-342900">
              <a:buFont typeface="+mj-lt"/>
              <a:buAutoNum type="arabicPeriod"/>
            </a:pPr>
            <a:r>
              <a:rPr lang="en-GB" sz="2400" b="1" dirty="0"/>
              <a:t>Pricing</a:t>
            </a:r>
          </a:p>
        </p:txBody>
      </p:sp>
    </p:spTree>
    <p:extLst>
      <p:ext uri="{BB962C8B-B14F-4D97-AF65-F5344CB8AC3E}">
        <p14:creationId xmlns:p14="http://schemas.microsoft.com/office/powerpoint/2010/main" val="1528464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70911-6D77-62CC-5782-E7C9E6322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49893-0BDD-4B5C-C2FF-B7E1EC9DAEC8}"/>
              </a:ext>
            </a:extLst>
          </p:cNvPr>
          <p:cNvSpPr>
            <a:spLocks noGrp="1"/>
          </p:cNvSpPr>
          <p:nvPr>
            <p:ph type="title"/>
          </p:nvPr>
        </p:nvSpPr>
        <p:spPr/>
        <p:txBody>
          <a:bodyPr/>
          <a:lstStyle/>
          <a:p>
            <a:r>
              <a:rPr lang="en-GB" dirty="0"/>
              <a:t>Lyra - overview</a:t>
            </a:r>
          </a:p>
        </p:txBody>
      </p:sp>
      <p:sp>
        <p:nvSpPr>
          <p:cNvPr id="4" name="Text Placeholder 3">
            <a:extLst>
              <a:ext uri="{FF2B5EF4-FFF2-40B4-BE49-F238E27FC236}">
                <a16:creationId xmlns:a16="http://schemas.microsoft.com/office/drawing/2014/main" id="{D16AF060-4199-8088-6630-69962ABC299B}"/>
              </a:ext>
            </a:extLst>
          </p:cNvPr>
          <p:cNvSpPr>
            <a:spLocks noGrp="1"/>
          </p:cNvSpPr>
          <p:nvPr>
            <p:ph type="body" sz="half" idx="15"/>
          </p:nvPr>
        </p:nvSpPr>
        <p:spPr>
          <a:xfrm>
            <a:off x="495249" y="1624281"/>
            <a:ext cx="11201501" cy="4868594"/>
          </a:xfrm>
        </p:spPr>
        <p:txBody>
          <a:bodyPr>
            <a:noAutofit/>
          </a:bodyPr>
          <a:lstStyle/>
          <a:p>
            <a:r>
              <a:rPr lang="en-GB" dirty="0"/>
              <a:t>Lyra is  a project planning tool designed to handle maintenance of plans for single or multiple plans. It is flexible and configurable</a:t>
            </a:r>
          </a:p>
          <a:p>
            <a:r>
              <a:rPr lang="en-GB" dirty="0"/>
              <a:t>Its key components are:</a:t>
            </a:r>
          </a:p>
          <a:p>
            <a:pPr marL="285750" indent="-285750">
              <a:buFont typeface="Arial" panose="020B0604020202020204" pitchFamily="34" charset="0"/>
              <a:buChar char="•"/>
            </a:pPr>
            <a:r>
              <a:rPr lang="en-GB" dirty="0"/>
              <a:t>Landing page</a:t>
            </a:r>
          </a:p>
          <a:p>
            <a:pPr marL="285750" indent="-285750">
              <a:buFont typeface="Arial" panose="020B0604020202020204" pitchFamily="34" charset="0"/>
              <a:buChar char="•"/>
            </a:pPr>
            <a:r>
              <a:rPr lang="en-GB" dirty="0"/>
              <a:t>Home  page: choice between hierarchical map of users accessible projects and alphabetical list of users accessible projects</a:t>
            </a:r>
          </a:p>
          <a:p>
            <a:pPr marL="285750" indent="-285750">
              <a:buFont typeface="Arial" panose="020B0604020202020204" pitchFamily="34" charset="0"/>
              <a:buChar char="•"/>
            </a:pPr>
            <a:r>
              <a:rPr lang="en-GB" dirty="0"/>
              <a:t>Plan maintenance: day to day running of the plan using </a:t>
            </a:r>
            <a:r>
              <a:rPr lang="en-GB" dirty="0" err="1"/>
              <a:t>gantt</a:t>
            </a:r>
            <a:r>
              <a:rPr lang="en-GB" dirty="0"/>
              <a:t> or task </a:t>
            </a:r>
            <a:r>
              <a:rPr lang="en-GB"/>
              <a:t>rows </a:t>
            </a:r>
          </a:p>
          <a:p>
            <a:pPr marL="285750" indent="-285750">
              <a:buFont typeface="Arial" panose="020B0604020202020204" pitchFamily="34" charset="0"/>
              <a:buChar char="•"/>
            </a:pPr>
            <a:r>
              <a:rPr lang="en-GB"/>
              <a:t>Change </a:t>
            </a:r>
            <a:r>
              <a:rPr lang="en-GB" dirty="0"/>
              <a:t>control: audit log </a:t>
            </a:r>
            <a:r>
              <a:rPr lang="en-GB" b="1" u="sng" dirty="0"/>
              <a:t>and</a:t>
            </a:r>
            <a:r>
              <a:rPr lang="en-GB" dirty="0"/>
              <a:t> change management: user sets threshold</a:t>
            </a:r>
          </a:p>
          <a:p>
            <a:pPr marL="285750" indent="-285750">
              <a:buFont typeface="Arial" panose="020B0604020202020204" pitchFamily="34" charset="0"/>
              <a:buChar char="•"/>
            </a:pPr>
            <a:r>
              <a:rPr lang="en-GB" dirty="0"/>
              <a:t>Dependency management: separate workspace to decide on task relationships before publishing to the plan, all decisions being easily reversible</a:t>
            </a:r>
          </a:p>
          <a:p>
            <a:pPr marL="285750" indent="-285750">
              <a:buFont typeface="Arial" panose="020B0604020202020204" pitchFamily="34" charset="0"/>
              <a:buChar char="•"/>
            </a:pPr>
            <a:r>
              <a:rPr lang="en-GB" dirty="0"/>
              <a:t>Reporting: flexible, configurable designed for the board room. Canned reports available for weekly/monthly status reporting</a:t>
            </a:r>
          </a:p>
          <a:p>
            <a:pPr marL="285750" indent="-285750">
              <a:buFont typeface="Arial" panose="020B0604020202020204" pitchFamily="34" charset="0"/>
              <a:buChar char="•"/>
            </a:pPr>
            <a:r>
              <a:rPr lang="en-GB" dirty="0"/>
              <a:t>Notifications: configurable notifications can be emailed to task owners e.g. past due</a:t>
            </a:r>
          </a:p>
          <a:p>
            <a:pPr marL="285750" indent="-285750">
              <a:buFont typeface="Arial" panose="020B0604020202020204" pitchFamily="34" charset="0"/>
              <a:buChar char="•"/>
            </a:pPr>
            <a:r>
              <a:rPr lang="en-GB" dirty="0"/>
              <a:t>first draft of plan compiled based on existing project materials e.g. SOW</a:t>
            </a:r>
          </a:p>
          <a:p>
            <a:pPr marL="285750" indent="-285750">
              <a:buFont typeface="Arial" panose="020B0604020202020204" pitchFamily="34" charset="0"/>
              <a:buChar char="•"/>
            </a:pPr>
            <a:r>
              <a:rPr lang="en-GB" dirty="0"/>
              <a:t>APIs (Teams, </a:t>
            </a:r>
            <a:r>
              <a:rPr lang="en-GB" dirty="0" err="1"/>
              <a:t>planview</a:t>
            </a:r>
            <a:r>
              <a:rPr lang="en-GB" dirty="0"/>
              <a:t>, clarity etc): Works with teams, data can be uploaded to Planview, Clarity etc</a:t>
            </a:r>
          </a:p>
          <a:p>
            <a:pPr marL="285750" indent="-285750">
              <a:buFont typeface="Arial" panose="020B0604020202020204" pitchFamily="34" charset="0"/>
              <a:buChar char="•"/>
            </a:pPr>
            <a:r>
              <a:rPr lang="en-GB" dirty="0"/>
              <a:t>Product management – kanban view – tag which plan tasks have a kanban associated – status to maintained across plan and </a:t>
            </a:r>
            <a:r>
              <a:rPr lang="en-GB" dirty="0" err="1"/>
              <a:t>gantt</a:t>
            </a:r>
            <a:endParaRPr lang="en-GB" dirty="0"/>
          </a:p>
          <a:p>
            <a:pPr marL="285750" indent="-285750">
              <a:buFont typeface="Arial" panose="020B0604020202020204" pitchFamily="34" charset="0"/>
              <a:buChar char="•"/>
            </a:pPr>
            <a:r>
              <a:rPr lang="en-GB" dirty="0"/>
              <a:t>Calendar view of tasks</a:t>
            </a:r>
          </a:p>
          <a:p>
            <a:pPr marL="285750" indent="-285750">
              <a:buFont typeface="Arial" panose="020B0604020202020204" pitchFamily="34" charset="0"/>
              <a:buChar char="•"/>
            </a:pPr>
            <a:r>
              <a:rPr lang="en-GB" dirty="0"/>
              <a:t>R&amp;I register: automatically generate risk/issue for red planning items. Status commentary needed once, at detailed task level and AI can do the aggregation for workstream/project/programme/portfolio. This is a time-consuming task for PMs and workstream leads</a:t>
            </a:r>
          </a:p>
          <a:p>
            <a:endParaRPr lang="en-GB" dirty="0"/>
          </a:p>
        </p:txBody>
      </p:sp>
    </p:spTree>
    <p:extLst>
      <p:ext uri="{BB962C8B-B14F-4D97-AF65-F5344CB8AC3E}">
        <p14:creationId xmlns:p14="http://schemas.microsoft.com/office/powerpoint/2010/main" val="1800859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8E9357-A314-9F67-040F-B380C9182CA2}"/>
              </a:ext>
            </a:extLst>
          </p:cNvPr>
          <p:cNvPicPr>
            <a:picLocks noChangeAspect="1"/>
          </p:cNvPicPr>
          <p:nvPr/>
        </p:nvPicPr>
        <p:blipFill>
          <a:blip r:embed="rId2"/>
          <a:stretch>
            <a:fillRect/>
          </a:stretch>
        </p:blipFill>
        <p:spPr>
          <a:xfrm>
            <a:off x="4849091" y="0"/>
            <a:ext cx="2493818" cy="6858000"/>
          </a:xfrm>
          <a:prstGeom prst="rect">
            <a:avLst/>
          </a:prstGeom>
        </p:spPr>
      </p:pic>
      <p:sp>
        <p:nvSpPr>
          <p:cNvPr id="4" name="TextBox 3">
            <a:extLst>
              <a:ext uri="{FF2B5EF4-FFF2-40B4-BE49-F238E27FC236}">
                <a16:creationId xmlns:a16="http://schemas.microsoft.com/office/drawing/2014/main" id="{ED78A156-CFFD-BA69-061E-C6F6A0D79274}"/>
              </a:ext>
            </a:extLst>
          </p:cNvPr>
          <p:cNvSpPr txBox="1"/>
          <p:nvPr/>
        </p:nvSpPr>
        <p:spPr>
          <a:xfrm>
            <a:off x="597529" y="905346"/>
            <a:ext cx="3506295" cy="1477328"/>
          </a:xfrm>
          <a:prstGeom prst="rect">
            <a:avLst/>
          </a:prstGeom>
          <a:noFill/>
        </p:spPr>
        <p:txBody>
          <a:bodyPr wrap="square" rtlCol="0">
            <a:spAutoFit/>
          </a:bodyPr>
          <a:lstStyle/>
          <a:p>
            <a:r>
              <a:rPr lang="en-GB" dirty="0"/>
              <a:t>Landing page</a:t>
            </a:r>
          </a:p>
          <a:p>
            <a:r>
              <a:rPr lang="en-GB" dirty="0"/>
              <a:t>This is the landing page to be created and this is the look and feel to be applied to entire site. These colours, font, logo</a:t>
            </a:r>
          </a:p>
        </p:txBody>
      </p:sp>
      <p:pic>
        <p:nvPicPr>
          <p:cNvPr id="6" name="Picture 5">
            <a:extLst>
              <a:ext uri="{FF2B5EF4-FFF2-40B4-BE49-F238E27FC236}">
                <a16:creationId xmlns:a16="http://schemas.microsoft.com/office/drawing/2014/main" id="{87A18C89-0D8D-9473-5D69-9FD97A0A01D5}"/>
              </a:ext>
            </a:extLst>
          </p:cNvPr>
          <p:cNvPicPr>
            <a:picLocks noChangeAspect="1"/>
          </p:cNvPicPr>
          <p:nvPr/>
        </p:nvPicPr>
        <p:blipFill>
          <a:blip r:embed="rId3"/>
          <a:stretch>
            <a:fillRect/>
          </a:stretch>
        </p:blipFill>
        <p:spPr>
          <a:xfrm>
            <a:off x="8088176" y="165841"/>
            <a:ext cx="2172003" cy="1981477"/>
          </a:xfrm>
          <a:prstGeom prst="rect">
            <a:avLst/>
          </a:prstGeom>
        </p:spPr>
      </p:pic>
    </p:spTree>
    <p:extLst>
      <p:ext uri="{BB962C8B-B14F-4D97-AF65-F5344CB8AC3E}">
        <p14:creationId xmlns:p14="http://schemas.microsoft.com/office/powerpoint/2010/main" val="2887847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BA22-91E3-08E7-1A93-D10681E42045}"/>
              </a:ext>
            </a:extLst>
          </p:cNvPr>
          <p:cNvSpPr>
            <a:spLocks noGrp="1"/>
          </p:cNvSpPr>
          <p:nvPr>
            <p:ph type="title"/>
          </p:nvPr>
        </p:nvSpPr>
        <p:spPr>
          <a:xfrm>
            <a:off x="77709" y="41513"/>
            <a:ext cx="10515600" cy="610338"/>
          </a:xfrm>
        </p:spPr>
        <p:txBody>
          <a:bodyPr>
            <a:normAutofit fontScale="90000"/>
          </a:bodyPr>
          <a:lstStyle/>
          <a:p>
            <a:r>
              <a:rPr lang="en-GB" dirty="0"/>
              <a:t>Plan - Task Attributes</a:t>
            </a:r>
          </a:p>
        </p:txBody>
      </p:sp>
      <p:graphicFrame>
        <p:nvGraphicFramePr>
          <p:cNvPr id="5" name="Content Placeholder 4">
            <a:extLst>
              <a:ext uri="{FF2B5EF4-FFF2-40B4-BE49-F238E27FC236}">
                <a16:creationId xmlns:a16="http://schemas.microsoft.com/office/drawing/2014/main" id="{A7A975A4-1511-D8CE-955D-B957D18DED04}"/>
              </a:ext>
            </a:extLst>
          </p:cNvPr>
          <p:cNvGraphicFramePr>
            <a:graphicFrameLocks noGrp="1"/>
          </p:cNvGraphicFramePr>
          <p:nvPr>
            <p:ph idx="1"/>
            <p:extLst>
              <p:ext uri="{D42A27DB-BD31-4B8C-83A1-F6EECF244321}">
                <p14:modId xmlns:p14="http://schemas.microsoft.com/office/powerpoint/2010/main" val="4143154823"/>
              </p:ext>
            </p:extLst>
          </p:nvPr>
        </p:nvGraphicFramePr>
        <p:xfrm>
          <a:off x="77709" y="651851"/>
          <a:ext cx="11715185" cy="3555971"/>
        </p:xfrm>
        <a:graphic>
          <a:graphicData uri="http://schemas.openxmlformats.org/drawingml/2006/table">
            <a:tbl>
              <a:tblPr firstRow="1">
                <a:tableStyleId>{5C22544A-7EE6-4342-B048-85BDC9FD1C3A}</a:tableStyleId>
              </a:tblPr>
              <a:tblGrid>
                <a:gridCol w="1041148">
                  <a:extLst>
                    <a:ext uri="{9D8B030D-6E8A-4147-A177-3AD203B41FA5}">
                      <a16:colId xmlns:a16="http://schemas.microsoft.com/office/drawing/2014/main" val="346867807"/>
                    </a:ext>
                  </a:extLst>
                </a:gridCol>
                <a:gridCol w="1092452">
                  <a:extLst>
                    <a:ext uri="{9D8B030D-6E8A-4147-A177-3AD203B41FA5}">
                      <a16:colId xmlns:a16="http://schemas.microsoft.com/office/drawing/2014/main" val="1616022268"/>
                    </a:ext>
                  </a:extLst>
                </a:gridCol>
                <a:gridCol w="1539089">
                  <a:extLst>
                    <a:ext uri="{9D8B030D-6E8A-4147-A177-3AD203B41FA5}">
                      <a16:colId xmlns:a16="http://schemas.microsoft.com/office/drawing/2014/main" val="3451649411"/>
                    </a:ext>
                  </a:extLst>
                </a:gridCol>
                <a:gridCol w="2040048">
                  <a:extLst>
                    <a:ext uri="{9D8B030D-6E8A-4147-A177-3AD203B41FA5}">
                      <a16:colId xmlns:a16="http://schemas.microsoft.com/office/drawing/2014/main" val="359144078"/>
                    </a:ext>
                  </a:extLst>
                </a:gridCol>
                <a:gridCol w="6002448">
                  <a:extLst>
                    <a:ext uri="{9D8B030D-6E8A-4147-A177-3AD203B41FA5}">
                      <a16:colId xmlns:a16="http://schemas.microsoft.com/office/drawing/2014/main" val="3445455992"/>
                    </a:ext>
                  </a:extLst>
                </a:gridCol>
              </a:tblGrid>
              <a:tr h="298880">
                <a:tc>
                  <a:txBody>
                    <a:bodyPr/>
                    <a:lstStyle/>
                    <a:p>
                      <a:pPr algn="ctr" fontAlgn="b">
                        <a:buNone/>
                      </a:pPr>
                      <a:r>
                        <a:rPr lang="en-GB" sz="1000" b="1" u="none" strike="noStrike" dirty="0">
                          <a:solidFill>
                            <a:schemeClr val="bg1"/>
                          </a:solidFill>
                          <a:effectLst/>
                        </a:rPr>
                        <a:t>Attribute</a:t>
                      </a:r>
                      <a:endParaRPr lang="en-GB" sz="10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rtl="0" fontAlgn="ctr">
                        <a:buNone/>
                      </a:pPr>
                      <a:r>
                        <a:rPr lang="en-GB" sz="1000" b="1" u="none" strike="noStrike" dirty="0">
                          <a:solidFill>
                            <a:schemeClr val="bg1"/>
                          </a:solidFill>
                          <a:effectLst/>
                        </a:rPr>
                        <a:t>Default Column Order</a:t>
                      </a:r>
                      <a:endParaRPr lang="en-GB" sz="10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rtl="0" fontAlgn="ctr">
                        <a:buNone/>
                      </a:pPr>
                      <a:r>
                        <a:rPr lang="en-GB" sz="1000" b="1" u="none" strike="noStrike" dirty="0">
                          <a:solidFill>
                            <a:schemeClr val="bg1"/>
                          </a:solidFill>
                          <a:effectLst/>
                        </a:rPr>
                        <a:t>Type</a:t>
                      </a:r>
                      <a:endParaRPr lang="en-GB" sz="10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rtl="0" fontAlgn="ctr">
                        <a:buNone/>
                      </a:pPr>
                      <a:r>
                        <a:rPr lang="en-GB" sz="1000" b="1" u="none" strike="noStrike" dirty="0">
                          <a:solidFill>
                            <a:schemeClr val="bg1"/>
                          </a:solidFill>
                          <a:effectLst/>
                        </a:rPr>
                        <a:t>Where its Used</a:t>
                      </a:r>
                      <a:endParaRPr lang="en-GB" sz="10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rtl="0" fontAlgn="ctr">
                        <a:buNone/>
                      </a:pPr>
                      <a:r>
                        <a:rPr lang="en-GB" sz="1000" b="1" u="none" strike="noStrike" dirty="0">
                          <a:solidFill>
                            <a:schemeClr val="bg1"/>
                          </a:solidFill>
                          <a:effectLst/>
                        </a:rPr>
                        <a:t>How its Used</a:t>
                      </a:r>
                      <a:endParaRPr lang="en-GB" sz="10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3627006920"/>
                  </a:ext>
                </a:extLst>
              </a:tr>
              <a:tr h="152698">
                <a:tc>
                  <a:txBody>
                    <a:bodyPr/>
                    <a:lstStyle/>
                    <a:p>
                      <a:pPr algn="l" fontAlgn="b">
                        <a:buNone/>
                      </a:pPr>
                      <a:r>
                        <a:rPr lang="en-GB" sz="1000" b="0" u="none" strike="noStrike" dirty="0">
                          <a:solidFill>
                            <a:schemeClr val="tx1"/>
                          </a:solidFill>
                          <a:effectLst/>
                        </a:rPr>
                        <a:t>Enterprise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u="none" strike="noStrike" dirty="0">
                          <a:solidFill>
                            <a:schemeClr val="tx1"/>
                          </a:solidFill>
                          <a:effectLst/>
                        </a:rPr>
                        <a:t>Free text</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All modules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u="none" strike="noStrike" dirty="0">
                          <a:solidFill>
                            <a:schemeClr val="tx1"/>
                          </a:solidFill>
                          <a:effectLst/>
                        </a:rPr>
                        <a:t>Data to be available in filter lists – click on filter, expect to be able to see &amp; search for data</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3200857687"/>
                  </a:ext>
                </a:extLst>
              </a:tr>
              <a:tr h="152698">
                <a:tc>
                  <a:txBody>
                    <a:bodyPr/>
                    <a:lstStyle/>
                    <a:p>
                      <a:pPr algn="l" fontAlgn="b">
                        <a:buNone/>
                      </a:pPr>
                      <a:r>
                        <a:rPr lang="en-GB" sz="1000" b="0" u="none" strike="noStrike" dirty="0">
                          <a:solidFill>
                            <a:schemeClr val="tx1"/>
                          </a:solidFill>
                          <a:effectLst/>
                        </a:rPr>
                        <a:t>Portfolio</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dirty="0">
                          <a:solidFill>
                            <a:schemeClr val="tx1"/>
                          </a:solidFill>
                          <a:effectLst/>
                        </a:rPr>
                        <a:t>1</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Free text</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All modules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u="none" strike="noStrike" dirty="0">
                          <a:solidFill>
                            <a:schemeClr val="tx1"/>
                          </a:solidFill>
                          <a:effectLst/>
                        </a:rPr>
                        <a:t>As above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3473970803"/>
                  </a:ext>
                </a:extLst>
              </a:tr>
              <a:tr h="298880">
                <a:tc>
                  <a:txBody>
                    <a:bodyPr/>
                    <a:lstStyle/>
                    <a:p>
                      <a:pPr algn="l" fontAlgn="b">
                        <a:buNone/>
                      </a:pPr>
                      <a:r>
                        <a:rPr lang="en-GB" sz="1000" b="0" u="none" strike="noStrike" dirty="0">
                          <a:solidFill>
                            <a:schemeClr val="tx1"/>
                          </a:solidFill>
                          <a:effectLst/>
                        </a:rPr>
                        <a:t>Programme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a:solidFill>
                            <a:schemeClr val="tx1"/>
                          </a:solidFill>
                          <a:effectLst/>
                        </a:rPr>
                        <a:t>2</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Free text</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All modules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u="none" strike="noStrike" dirty="0">
                          <a:solidFill>
                            <a:schemeClr val="tx1"/>
                          </a:solidFill>
                          <a:effectLst/>
                        </a:rPr>
                        <a:t>As above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2688246681"/>
                  </a:ext>
                </a:extLst>
              </a:tr>
              <a:tr h="152698">
                <a:tc>
                  <a:txBody>
                    <a:bodyPr/>
                    <a:lstStyle/>
                    <a:p>
                      <a:pPr algn="l" fontAlgn="b">
                        <a:buNone/>
                      </a:pPr>
                      <a:r>
                        <a:rPr lang="en-GB" sz="1000" b="0" u="none" strike="noStrike" dirty="0">
                          <a:solidFill>
                            <a:schemeClr val="tx1"/>
                          </a:solidFill>
                          <a:effectLst/>
                        </a:rPr>
                        <a:t>Project</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dirty="0">
                          <a:solidFill>
                            <a:schemeClr val="tx1"/>
                          </a:solidFill>
                          <a:effectLst/>
                        </a:rPr>
                        <a:t>3</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a:solidFill>
                            <a:schemeClr val="tx1"/>
                          </a:solidFill>
                          <a:effectLst/>
                        </a:rPr>
                        <a:t>Free text</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All modules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u="none" strike="noStrike" dirty="0">
                          <a:solidFill>
                            <a:schemeClr val="tx1"/>
                          </a:solidFill>
                          <a:effectLst/>
                        </a:rPr>
                        <a:t>As above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3174424960"/>
                  </a:ext>
                </a:extLst>
              </a:tr>
              <a:tr h="152698">
                <a:tc>
                  <a:txBody>
                    <a:bodyPr/>
                    <a:lstStyle/>
                    <a:p>
                      <a:pPr algn="l" fontAlgn="b">
                        <a:buNone/>
                      </a:pPr>
                      <a:r>
                        <a:rPr lang="en-GB" sz="1000" b="0" u="none" strike="noStrike" dirty="0">
                          <a:solidFill>
                            <a:schemeClr val="tx1"/>
                          </a:solidFill>
                          <a:effectLst/>
                        </a:rPr>
                        <a:t>Task name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a:solidFill>
                            <a:schemeClr val="tx1"/>
                          </a:solidFill>
                          <a:effectLst/>
                        </a:rPr>
                        <a:t>4</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a:solidFill>
                            <a:schemeClr val="tx1"/>
                          </a:solidFill>
                          <a:effectLst/>
                        </a:rPr>
                        <a:t>Free text</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All modules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u="none" strike="noStrike" dirty="0">
                          <a:solidFill>
                            <a:schemeClr val="tx1"/>
                          </a:solidFill>
                          <a:effectLst/>
                        </a:rPr>
                        <a:t>As above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3154633735"/>
                  </a:ext>
                </a:extLst>
              </a:tr>
              <a:tr h="553069">
                <a:tc>
                  <a:txBody>
                    <a:bodyPr/>
                    <a:lstStyle/>
                    <a:p>
                      <a:pPr algn="l" fontAlgn="b">
                        <a:buNone/>
                      </a:pPr>
                      <a:r>
                        <a:rPr lang="en-GB" sz="1000" b="0" u="none" strike="noStrike">
                          <a:solidFill>
                            <a:schemeClr val="tx1"/>
                          </a:solidFill>
                          <a:effectLst/>
                        </a:rPr>
                        <a:t>Start Date</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dirty="0">
                          <a:solidFill>
                            <a:schemeClr val="tx1"/>
                          </a:solidFill>
                          <a:effectLst/>
                        </a:rPr>
                        <a:t>5</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Date: DD-MMM-YY</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All modules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indent="0" algn="l" fontAlgn="b">
                        <a:buFont typeface="Arial" panose="020B0604020202020204" pitchFamily="34" charset="0"/>
                        <a:buNone/>
                      </a:pPr>
                      <a:r>
                        <a:rPr lang="en-GB" sz="1000" b="0" u="none" strike="noStrike" dirty="0">
                          <a:solidFill>
                            <a:schemeClr val="tx1"/>
                          </a:solidFill>
                          <a:effectLst/>
                        </a:rPr>
                        <a:t>As above – needs to be consistent with data on plan page which is master data</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2436297399"/>
                  </a:ext>
                </a:extLst>
              </a:tr>
              <a:tr h="553069">
                <a:tc>
                  <a:txBody>
                    <a:bodyPr/>
                    <a:lstStyle/>
                    <a:p>
                      <a:pPr algn="l" fontAlgn="b">
                        <a:buNone/>
                      </a:pPr>
                      <a:r>
                        <a:rPr lang="en-GB" sz="1000" b="0" u="none" strike="noStrike" dirty="0">
                          <a:solidFill>
                            <a:schemeClr val="tx1"/>
                          </a:solidFill>
                          <a:effectLst/>
                        </a:rPr>
                        <a:t>Finish Date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dirty="0">
                          <a:solidFill>
                            <a:schemeClr val="tx1"/>
                          </a:solidFill>
                          <a:effectLst/>
                        </a:rPr>
                        <a:t>6</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Date: DD-MMM-YY</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All modules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indent="0" algn="l" fontAlgn="b">
                        <a:buFont typeface="Arial" panose="020B0604020202020204" pitchFamily="34" charset="0"/>
                        <a:buNone/>
                      </a:pPr>
                      <a:r>
                        <a:rPr lang="en-GB" sz="1000" b="0" u="none" strike="noStrike" dirty="0">
                          <a:solidFill>
                            <a:schemeClr val="tx1"/>
                          </a:solidFill>
                          <a:effectLst/>
                        </a:rPr>
                        <a:t>As above – needs to be consistent with data on plan page which is master data</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3833117654"/>
                  </a:ext>
                </a:extLst>
              </a:tr>
              <a:tr h="591243">
                <a:tc>
                  <a:txBody>
                    <a:bodyPr/>
                    <a:lstStyle/>
                    <a:p>
                      <a:pPr algn="l" fontAlgn="b">
                        <a:buNone/>
                      </a:pPr>
                      <a:r>
                        <a:rPr lang="en-GB" sz="1000" b="0" u="none" strike="noStrike" dirty="0">
                          <a:solidFill>
                            <a:schemeClr val="tx1"/>
                          </a:solidFill>
                          <a:effectLst/>
                        </a:rPr>
                        <a:t>Status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a:solidFill>
                            <a:schemeClr val="tx1"/>
                          </a:solidFill>
                          <a:effectLst/>
                        </a:rPr>
                        <a:t>7</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Choice: see below</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r>
                        <a:rPr lang="en-GB" sz="1000" dirty="0"/>
                        <a:t>All modules</a:t>
                      </a:r>
                      <a:endParaRPr lang="en-GB" sz="1000" dirty="0">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u="none" strike="noStrike" dirty="0">
                          <a:solidFill>
                            <a:schemeClr val="tx1"/>
                          </a:solidFill>
                          <a:effectLst/>
                        </a:rPr>
                        <a:t>As above – needs to be consistent with data on plan page which is master data</a:t>
                      </a:r>
                    </a:p>
                    <a:p>
                      <a:pPr algn="l" fontAlgn="b">
                        <a:buNone/>
                      </a:pPr>
                      <a:r>
                        <a:rPr lang="en-GB" sz="1000" b="0" u="none" strike="noStrike" dirty="0">
                          <a:solidFill>
                            <a:schemeClr val="tx1"/>
                          </a:solidFill>
                          <a:effectLst/>
                        </a:rPr>
                        <a:t>Choices can be adjusted in settings. Parent values inherited from child values (from RAG)</a:t>
                      </a:r>
                    </a:p>
                    <a:p>
                      <a:pPr algn="l" fontAlgn="b">
                        <a:buNone/>
                      </a:pPr>
                      <a:r>
                        <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RAG drives </a:t>
                      </a:r>
                      <a:r>
                        <a:rPr lang="en-GB" sz="1000" b="0" i="0" u="none" strike="noStrike"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gantt</a:t>
                      </a:r>
                      <a:r>
                        <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colour</a:t>
                      </a:r>
                    </a:p>
                  </a:txBody>
                  <a:tcPr marL="9510" marR="9510" marT="9510" marB="0" anchor="ctr"/>
                </a:tc>
                <a:extLst>
                  <a:ext uri="{0D108BD9-81ED-4DB2-BD59-A6C34878D82A}">
                    <a16:rowId xmlns:a16="http://schemas.microsoft.com/office/drawing/2014/main" val="1765606948"/>
                  </a:ext>
                </a:extLst>
              </a:tr>
              <a:tr h="298880">
                <a:tc>
                  <a:txBody>
                    <a:bodyPr/>
                    <a:lstStyle/>
                    <a:p>
                      <a:pPr algn="l" fontAlgn="b">
                        <a:buNone/>
                      </a:pPr>
                      <a:r>
                        <a:rPr lang="en-GB" sz="1000" b="0" u="none" strike="noStrike" dirty="0">
                          <a:solidFill>
                            <a:schemeClr val="tx1"/>
                          </a:solidFill>
                          <a:effectLst/>
                        </a:rPr>
                        <a:t>% Complete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a:solidFill>
                            <a:schemeClr val="tx1"/>
                          </a:solidFill>
                          <a:effectLst/>
                        </a:rPr>
                        <a:t>8</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a:solidFill>
                            <a:schemeClr val="tx1"/>
                          </a:solidFill>
                          <a:effectLst/>
                        </a:rPr>
                        <a:t>Plan calcs</a:t>
                      </a:r>
                      <a:endParaRPr lang="en-GB" sz="10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Parent values inherited from child values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150225513"/>
                  </a:ext>
                </a:extLst>
              </a:tr>
              <a:tr h="298880">
                <a:tc>
                  <a:txBody>
                    <a:bodyPr/>
                    <a:lstStyle/>
                    <a:p>
                      <a:pPr algn="l" fontAlgn="b">
                        <a:buNone/>
                      </a:pPr>
                      <a:r>
                        <a:rPr lang="en-GB" sz="1000" b="0" u="none" strike="noStrike" dirty="0">
                          <a:solidFill>
                            <a:schemeClr val="tx1"/>
                          </a:solidFill>
                          <a:effectLst/>
                        </a:rPr>
                        <a:t>Milestone</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ctr" fontAlgn="b">
                        <a:buNone/>
                      </a:pPr>
                      <a:r>
                        <a:rPr lang="en-GB" sz="1000" b="0" u="none" strike="noStrike" dirty="0">
                          <a:solidFill>
                            <a:schemeClr val="tx1"/>
                          </a:solidFill>
                          <a:effectLst/>
                        </a:rPr>
                        <a:t>-</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Auto</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Plan - </a:t>
                      </a:r>
                      <a:r>
                        <a:rPr lang="en-GB" sz="1000" b="0" u="none" strike="noStrike" dirty="0" err="1">
                          <a:solidFill>
                            <a:schemeClr val="tx1"/>
                          </a:solidFill>
                          <a:effectLst/>
                        </a:rPr>
                        <a:t>gantt</a:t>
                      </a:r>
                      <a:r>
                        <a:rPr lang="en-GB" sz="1000" b="0" u="none" strike="noStrike" dirty="0">
                          <a:solidFill>
                            <a:schemeClr val="tx1"/>
                          </a:solidFill>
                          <a:effectLst/>
                        </a:rPr>
                        <a:t>, Reporting</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tc>
                  <a:txBody>
                    <a:bodyPr/>
                    <a:lstStyle/>
                    <a:p>
                      <a:pPr algn="l" fontAlgn="b">
                        <a:buNone/>
                      </a:pPr>
                      <a:r>
                        <a:rPr lang="en-GB" sz="1000" b="0" u="none" strike="noStrike" dirty="0">
                          <a:solidFill>
                            <a:schemeClr val="tx1"/>
                          </a:solidFill>
                          <a:effectLst/>
                        </a:rPr>
                        <a:t>calculated Yes/No. If start date = Finish date, milestone = yes</a:t>
                      </a:r>
                      <a:endParaRPr lang="en-GB" sz="10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10" marR="9510" marT="9510" marB="0" anchor="ctr"/>
                </a:tc>
                <a:extLst>
                  <a:ext uri="{0D108BD9-81ED-4DB2-BD59-A6C34878D82A}">
                    <a16:rowId xmlns:a16="http://schemas.microsoft.com/office/drawing/2014/main" val="3370490964"/>
                  </a:ext>
                </a:extLst>
              </a:tr>
            </a:tbl>
          </a:graphicData>
        </a:graphic>
      </p:graphicFrame>
      <p:sp>
        <p:nvSpPr>
          <p:cNvPr id="3" name="TextBox 2">
            <a:extLst>
              <a:ext uri="{FF2B5EF4-FFF2-40B4-BE49-F238E27FC236}">
                <a16:creationId xmlns:a16="http://schemas.microsoft.com/office/drawing/2014/main" id="{0A322EBF-7384-25E2-DB55-B3F463CDF4C8}"/>
              </a:ext>
            </a:extLst>
          </p:cNvPr>
          <p:cNvSpPr txBox="1"/>
          <p:nvPr/>
        </p:nvSpPr>
        <p:spPr>
          <a:xfrm>
            <a:off x="81481" y="4391290"/>
            <a:ext cx="11711413" cy="769441"/>
          </a:xfrm>
          <a:prstGeom prst="rect">
            <a:avLst/>
          </a:prstGeom>
          <a:noFill/>
        </p:spPr>
        <p:txBody>
          <a:bodyPr wrap="square" rtlCol="0">
            <a:spAutoFit/>
          </a:bodyPr>
          <a:lstStyle/>
          <a:p>
            <a:pPr marL="171450" indent="-171450">
              <a:buFont typeface="Arial" panose="020B0604020202020204" pitchFamily="34" charset="0"/>
              <a:buChar char="•"/>
            </a:pPr>
            <a:r>
              <a:rPr lang="en-GB" sz="1100" dirty="0">
                <a:latin typeface="Calibri" panose="020F0502020204030204" pitchFamily="34" charset="0"/>
                <a:ea typeface="Calibri" panose="020F0502020204030204" pitchFamily="34" charset="0"/>
                <a:cs typeface="Calibri" panose="020F0502020204030204" pitchFamily="34" charset="0"/>
              </a:rPr>
              <a:t>All columns filterable with </a:t>
            </a:r>
            <a:r>
              <a:rPr lang="en-GB" sz="1100" dirty="0" err="1">
                <a:latin typeface="Calibri" panose="020F0502020204030204" pitchFamily="34" charset="0"/>
                <a:ea typeface="Calibri" panose="020F0502020204030204" pitchFamily="34" charset="0"/>
                <a:cs typeface="Calibri" panose="020F0502020204030204" pitchFamily="34" charset="0"/>
              </a:rPr>
              <a:t>ms</a:t>
            </a:r>
            <a:r>
              <a:rPr lang="en-GB" sz="1100" dirty="0">
                <a:latin typeface="Calibri" panose="020F0502020204030204" pitchFamily="34" charset="0"/>
                <a:ea typeface="Calibri" panose="020F0502020204030204" pitchFamily="34" charset="0"/>
                <a:cs typeface="Calibri" panose="020F0502020204030204" pitchFamily="34" charset="0"/>
              </a:rPr>
              <a:t> excel style filters that allow custom searches, contains etc and small filter </a:t>
            </a:r>
            <a:r>
              <a:rPr lang="en-GB" sz="1100" dirty="0" err="1">
                <a:latin typeface="Calibri" panose="020F0502020204030204" pitchFamily="34" charset="0"/>
                <a:ea typeface="Calibri" panose="020F0502020204030204" pitchFamily="34" charset="0"/>
                <a:cs typeface="Calibri" panose="020F0502020204030204" pitchFamily="34" charset="0"/>
              </a:rPr>
              <a:t>incon</a:t>
            </a:r>
            <a:r>
              <a:rPr lang="en-GB" sz="110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Arial" panose="020B0604020202020204" pitchFamily="34" charset="0"/>
              <a:buChar char="•"/>
            </a:pPr>
            <a:r>
              <a:rPr lang="en-GB" sz="1100" dirty="0">
                <a:latin typeface="Calibri" panose="020F0502020204030204" pitchFamily="34" charset="0"/>
                <a:ea typeface="Calibri" panose="020F0502020204030204" pitchFamily="34" charset="0"/>
                <a:cs typeface="Calibri" panose="020F0502020204030204" pitchFamily="34" charset="0"/>
              </a:rPr>
              <a:t>Custom columns can be created. Values can be free text, symbols, date (calendar picker), currency, number, name (</a:t>
            </a:r>
            <a:r>
              <a:rPr lang="en-GB" sz="1100" dirty="0">
                <a:highlight>
                  <a:srgbClr val="FFFF00"/>
                </a:highlight>
                <a:latin typeface="Calibri" panose="020F0502020204030204" pitchFamily="34" charset="0"/>
                <a:ea typeface="Calibri" panose="020F0502020204030204" pitchFamily="34" charset="0"/>
                <a:cs typeface="Calibri" panose="020F0502020204030204" pitchFamily="34" charset="0"/>
              </a:rPr>
              <a:t>with directory look up once feeds in place</a:t>
            </a:r>
            <a:r>
              <a:rPr lang="en-GB" sz="1100" dirty="0">
                <a:latin typeface="Calibri" panose="020F0502020204030204" pitchFamily="34" charset="0"/>
                <a:ea typeface="Calibri" panose="020F0502020204030204" pitchFamily="34" charset="0"/>
                <a:cs typeface="Calibri" panose="020F0502020204030204" pitchFamily="34" charset="0"/>
              </a:rPr>
              <a:t>), location</a:t>
            </a:r>
          </a:p>
          <a:p>
            <a:pPr marL="171450" indent="-171450">
              <a:buFont typeface="Arial" panose="020B0604020202020204" pitchFamily="34" charset="0"/>
              <a:buChar char="•"/>
            </a:pPr>
            <a:r>
              <a:rPr lang="en-GB" sz="1100" dirty="0">
                <a:latin typeface="Calibri" panose="020F0502020204030204" pitchFamily="34" charset="0"/>
                <a:ea typeface="Calibri" panose="020F0502020204030204" pitchFamily="34" charset="0"/>
                <a:cs typeface="Calibri" panose="020F0502020204030204" pitchFamily="34" charset="0"/>
              </a:rPr>
              <a:t>Must be able to edit task data from plan grid or </a:t>
            </a:r>
            <a:r>
              <a:rPr lang="en-GB" sz="1100" dirty="0" err="1">
                <a:latin typeface="Calibri" panose="020F0502020204030204" pitchFamily="34" charset="0"/>
                <a:ea typeface="Calibri" panose="020F0502020204030204" pitchFamily="34" charset="0"/>
                <a:cs typeface="Calibri" panose="020F0502020204030204" pitchFamily="34" charset="0"/>
              </a:rPr>
              <a:t>gantt</a:t>
            </a:r>
            <a:r>
              <a:rPr lang="en-GB" sz="1100" dirty="0">
                <a:latin typeface="Calibri" panose="020F0502020204030204" pitchFamily="34" charset="0"/>
                <a:ea typeface="Calibri" panose="020F0502020204030204" pitchFamily="34" charset="0"/>
                <a:cs typeface="Calibri" panose="020F0502020204030204" pitchFamily="34" charset="0"/>
              </a:rPr>
              <a:t> bar</a:t>
            </a:r>
          </a:p>
          <a:p>
            <a:pPr marL="171450" indent="-171450">
              <a:buFont typeface="Arial" panose="020B0604020202020204" pitchFamily="34" charset="0"/>
              <a:buChar char="•"/>
            </a:pPr>
            <a:endParaRPr lang="en-GB" sz="11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06307FBE-8770-CC06-2043-35D8B7E4DF2A}"/>
              </a:ext>
            </a:extLst>
          </p:cNvPr>
          <p:cNvGraphicFramePr>
            <a:graphicFrameLocks noGrp="1"/>
          </p:cNvGraphicFramePr>
          <p:nvPr>
            <p:extLst>
              <p:ext uri="{D42A27DB-BD31-4B8C-83A1-F6EECF244321}">
                <p14:modId xmlns:p14="http://schemas.microsoft.com/office/powerpoint/2010/main" val="1139954383"/>
              </p:ext>
            </p:extLst>
          </p:nvPr>
        </p:nvGraphicFramePr>
        <p:xfrm>
          <a:off x="147371" y="5221090"/>
          <a:ext cx="6343963" cy="1487805"/>
        </p:xfrm>
        <a:graphic>
          <a:graphicData uri="http://schemas.openxmlformats.org/drawingml/2006/table">
            <a:tbl>
              <a:tblPr>
                <a:tableStyleId>{5C22544A-7EE6-4342-B048-85BDC9FD1C3A}</a:tableStyleId>
              </a:tblPr>
              <a:tblGrid>
                <a:gridCol w="1934135">
                  <a:extLst>
                    <a:ext uri="{9D8B030D-6E8A-4147-A177-3AD203B41FA5}">
                      <a16:colId xmlns:a16="http://schemas.microsoft.com/office/drawing/2014/main" val="2475138370"/>
                    </a:ext>
                  </a:extLst>
                </a:gridCol>
                <a:gridCol w="2759366">
                  <a:extLst>
                    <a:ext uri="{9D8B030D-6E8A-4147-A177-3AD203B41FA5}">
                      <a16:colId xmlns:a16="http://schemas.microsoft.com/office/drawing/2014/main" val="1003790088"/>
                    </a:ext>
                  </a:extLst>
                </a:gridCol>
                <a:gridCol w="1650462">
                  <a:extLst>
                    <a:ext uri="{9D8B030D-6E8A-4147-A177-3AD203B41FA5}">
                      <a16:colId xmlns:a16="http://schemas.microsoft.com/office/drawing/2014/main" val="1335839811"/>
                    </a:ext>
                  </a:extLst>
                </a:gridCol>
              </a:tblGrid>
              <a:tr h="190500">
                <a:tc>
                  <a:txBody>
                    <a:bodyPr/>
                    <a:lstStyle/>
                    <a:p>
                      <a:pPr algn="l" fontAlgn="b">
                        <a:buNone/>
                      </a:pPr>
                      <a:r>
                        <a:rPr lang="en-GB" sz="1100" u="none" strike="noStrike">
                          <a:effectLst/>
                        </a:rPr>
                        <a:t>Status - value options</a:t>
                      </a:r>
                      <a:endParaRPr lang="en-GB" sz="1100" b="1" i="0" u="none" strike="noStrike">
                        <a:solidFill>
                          <a:srgbClr val="FFFFFF"/>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definition</a:t>
                      </a:r>
                      <a:endParaRPr lang="en-GB" sz="1100" b="1" i="0" u="none" strike="noStrike">
                        <a:solidFill>
                          <a:srgbClr val="FFFFFF"/>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dirty="0">
                          <a:effectLst/>
                        </a:rPr>
                        <a:t>Colour – configurable but defaults are - </a:t>
                      </a:r>
                      <a:endParaRPr lang="en-GB" sz="1100" b="1" i="0" u="none" strike="noStrike" dirty="0">
                        <a:solidFill>
                          <a:srgbClr val="FFFFFF"/>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55692945"/>
                  </a:ext>
                </a:extLst>
              </a:tr>
              <a:tr h="190500">
                <a:tc>
                  <a:txBody>
                    <a:bodyPr/>
                    <a:lstStyle/>
                    <a:p>
                      <a:pPr algn="l" fontAlgn="b">
                        <a:buNone/>
                      </a:pPr>
                      <a:r>
                        <a:rPr lang="en-GB" sz="1100" u="none" strike="noStrike">
                          <a:effectLst/>
                        </a:rPr>
                        <a:t>Red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To be replanned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Red</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53219252"/>
                  </a:ext>
                </a:extLst>
              </a:tr>
              <a:tr h="190500">
                <a:tc>
                  <a:txBody>
                    <a:bodyPr/>
                    <a:lstStyle/>
                    <a:p>
                      <a:pPr algn="l" fontAlgn="b">
                        <a:buNone/>
                      </a:pPr>
                      <a:r>
                        <a:rPr lang="en-GB" sz="1100" u="none" strike="noStrike">
                          <a:effectLst/>
                        </a:rPr>
                        <a:t>Amber</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At risk</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Amber</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054348451"/>
                  </a:ext>
                </a:extLst>
              </a:tr>
              <a:tr h="190500">
                <a:tc>
                  <a:txBody>
                    <a:bodyPr/>
                    <a:lstStyle/>
                    <a:p>
                      <a:pPr algn="l" fontAlgn="b">
                        <a:buNone/>
                      </a:pPr>
                      <a:r>
                        <a:rPr lang="en-GB" sz="1100" u="none" strike="noStrike">
                          <a:effectLst/>
                        </a:rPr>
                        <a:t>Green</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On schedule</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Green</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42815084"/>
                  </a:ext>
                </a:extLst>
              </a:tr>
              <a:tr h="190500">
                <a:tc>
                  <a:txBody>
                    <a:bodyPr/>
                    <a:lstStyle/>
                    <a:p>
                      <a:pPr algn="l" fontAlgn="b">
                        <a:buNone/>
                      </a:pPr>
                      <a:r>
                        <a:rPr lang="en-GB" sz="1100" u="none" strike="noStrike">
                          <a:effectLst/>
                        </a:rPr>
                        <a:t>On Hold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Paused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Grey</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38958738"/>
                  </a:ext>
                </a:extLst>
              </a:tr>
              <a:tr h="190500">
                <a:tc>
                  <a:txBody>
                    <a:bodyPr/>
                    <a:lstStyle/>
                    <a:p>
                      <a:pPr algn="l" fontAlgn="b">
                        <a:buNone/>
                      </a:pPr>
                      <a:r>
                        <a:rPr lang="en-GB" sz="1100" u="none" strike="noStrike">
                          <a:effectLst/>
                        </a:rPr>
                        <a:t>Not Started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Not started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white with black border</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39694991"/>
                  </a:ext>
                </a:extLst>
              </a:tr>
              <a:tr h="190500">
                <a:tc>
                  <a:txBody>
                    <a:bodyPr/>
                    <a:lstStyle/>
                    <a:p>
                      <a:pPr algn="l" fontAlgn="b">
                        <a:buNone/>
                      </a:pPr>
                      <a:r>
                        <a:rPr lang="en-GB" sz="1100" u="none" strike="noStrike">
                          <a:effectLst/>
                        </a:rPr>
                        <a:t>Completed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a:effectLst/>
                        </a:rPr>
                        <a:t>Finished</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100" u="none" strike="noStrike" dirty="0">
                          <a:effectLst/>
                        </a:rPr>
                        <a:t>Blue</a:t>
                      </a:r>
                      <a:endParaRPr lang="en-GB"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98024867"/>
                  </a:ext>
                </a:extLst>
              </a:tr>
            </a:tbl>
          </a:graphicData>
        </a:graphic>
      </p:graphicFrame>
    </p:spTree>
    <p:extLst>
      <p:ext uri="{BB962C8B-B14F-4D97-AF65-F5344CB8AC3E}">
        <p14:creationId xmlns:p14="http://schemas.microsoft.com/office/powerpoint/2010/main" val="240718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27A2C0-DD8A-5510-7C9E-264DD524C8D3}"/>
              </a:ext>
            </a:extLst>
          </p:cNvPr>
          <p:cNvSpPr txBox="1"/>
          <p:nvPr/>
        </p:nvSpPr>
        <p:spPr>
          <a:xfrm>
            <a:off x="135802" y="267077"/>
            <a:ext cx="9793705" cy="707886"/>
          </a:xfrm>
          <a:prstGeom prst="rect">
            <a:avLst/>
          </a:prstGeom>
          <a:noFill/>
        </p:spPr>
        <p:txBody>
          <a:bodyPr wrap="square">
            <a:spAutoFit/>
          </a:bodyPr>
          <a:lstStyle/>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Add a slide bar “time travel” view of the project that shows the </a:t>
            </a:r>
            <a:r>
              <a:rPr lang="en-GB" sz="1000" dirty="0" err="1">
                <a:latin typeface="Calibri" panose="020F0502020204030204" pitchFamily="34" charset="0"/>
                <a:ea typeface="Calibri" panose="020F0502020204030204" pitchFamily="34" charset="0"/>
                <a:cs typeface="Calibri" panose="020F0502020204030204" pitchFamily="34" charset="0"/>
              </a:rPr>
              <a:t>gantt</a:t>
            </a:r>
            <a:r>
              <a:rPr lang="en-GB" sz="1000" dirty="0">
                <a:latin typeface="Calibri" panose="020F0502020204030204" pitchFamily="34" charset="0"/>
                <a:ea typeface="Calibri" panose="020F0502020204030204" pitchFamily="34" charset="0"/>
                <a:cs typeface="Calibri" panose="020F0502020204030204" pitchFamily="34" charset="0"/>
              </a:rPr>
              <a:t> and tasks and how it changed over time since the project was created</a:t>
            </a:r>
          </a:p>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Need one horizontal and one vertical scroll bar that is always visible</a:t>
            </a:r>
          </a:p>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Tabbing and clicking into edit data to work as it does in excel</a:t>
            </a:r>
          </a:p>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Must be able to zoom out to 5 years and into a weekly view on the timeline</a:t>
            </a:r>
            <a:endParaRPr lang="en-GB" sz="1800" b="1" dirty="0"/>
          </a:p>
        </p:txBody>
      </p:sp>
      <p:pic>
        <p:nvPicPr>
          <p:cNvPr id="2" name="Picture 3" descr="Picture 3">
            <a:extLst>
              <a:ext uri="{FF2B5EF4-FFF2-40B4-BE49-F238E27FC236}">
                <a16:creationId xmlns:a16="http://schemas.microsoft.com/office/drawing/2014/main" id="{7123C28A-E674-476B-FB71-D7A4AE92A59B}"/>
              </a:ext>
            </a:extLst>
          </p:cNvPr>
          <p:cNvPicPr>
            <a:picLocks noChangeAspect="1"/>
          </p:cNvPicPr>
          <p:nvPr/>
        </p:nvPicPr>
        <p:blipFill>
          <a:blip r:embed="rId2"/>
          <a:stretch>
            <a:fillRect/>
          </a:stretch>
        </p:blipFill>
        <p:spPr>
          <a:xfrm>
            <a:off x="316871" y="1256510"/>
            <a:ext cx="8817212" cy="5334413"/>
          </a:xfrm>
          <a:prstGeom prst="rect">
            <a:avLst/>
          </a:prstGeom>
          <a:ln w="12700">
            <a:solidFill>
              <a:schemeClr val="bg2"/>
            </a:solidFill>
            <a:miter lim="400000"/>
          </a:ln>
        </p:spPr>
      </p:pic>
    </p:spTree>
    <p:extLst>
      <p:ext uri="{BB962C8B-B14F-4D97-AF65-F5344CB8AC3E}">
        <p14:creationId xmlns:p14="http://schemas.microsoft.com/office/powerpoint/2010/main" val="2519103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994F-098E-BD57-BB83-427D1422C7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BA49BB-03A6-B9EE-00F9-E36B0549D1FE}"/>
              </a:ext>
            </a:extLst>
          </p:cNvPr>
          <p:cNvSpPr txBox="1"/>
          <p:nvPr/>
        </p:nvSpPr>
        <p:spPr>
          <a:xfrm>
            <a:off x="410106" y="1013988"/>
            <a:ext cx="6841720" cy="2862322"/>
          </a:xfrm>
          <a:prstGeom prst="rect">
            <a:avLst/>
          </a:prstGeom>
          <a:noFill/>
        </p:spPr>
        <p:txBody>
          <a:bodyPr wrap="square">
            <a:spAutoFit/>
          </a:bodyPr>
          <a:lstStyle/>
          <a:p>
            <a:pPr>
              <a:buNone/>
            </a:pPr>
            <a:endParaRPr lang="en-GB" sz="1800" b="1" dirty="0"/>
          </a:p>
          <a:p>
            <a:pPr marL="285750" indent="-285750">
              <a:buFont typeface="Arial" panose="020B0604020202020204" pitchFamily="34" charset="0"/>
              <a:buChar char="•"/>
            </a:pPr>
            <a:r>
              <a:rPr lang="en-GB" sz="1200" dirty="0"/>
              <a:t>Add dependencies button for ability to create dependencies using a dependency dialogue box like the below. Needs a delete option at the bottom</a:t>
            </a:r>
          </a:p>
          <a:p>
            <a:pPr marL="285750" indent="-285750">
              <a:buFont typeface="Arial" panose="020B0604020202020204" pitchFamily="34" charset="0"/>
              <a:buChar char="•"/>
            </a:pPr>
            <a:r>
              <a:rPr lang="en-GB" sz="1200" dirty="0"/>
              <a:t>When a dependency is created, this should create a relationship between the tasks as described. This link should also be visually clear on the plan without being complex</a:t>
            </a:r>
          </a:p>
          <a:p>
            <a:pPr marL="285750" indent="-285750">
              <a:buFont typeface="Arial" panose="020B0604020202020204" pitchFamily="34" charset="0"/>
              <a:buChar char="•"/>
            </a:pPr>
            <a:r>
              <a:rPr lang="en-GB" sz="1200" dirty="0"/>
              <a:t>The dependency should be easy to remove by clicking on the visual indication and pressing delete.</a:t>
            </a:r>
          </a:p>
          <a:p>
            <a:pPr marL="285750" indent="-285750">
              <a:buFont typeface="Arial" panose="020B0604020202020204" pitchFamily="34" charset="0"/>
              <a:buChar char="•"/>
            </a:pPr>
            <a:r>
              <a:rPr lang="en-GB" sz="1200" dirty="0"/>
              <a:t>A dependency screen is needed which is a separate workspace for dependencies. This will clearly highlight all the dependencies and bring them to the forefront visually while having other tasks less visually prominent </a:t>
            </a:r>
          </a:p>
          <a:p>
            <a:pPr marL="285750" indent="-285750">
              <a:buFont typeface="Arial" panose="020B0604020202020204" pitchFamily="34" charset="0"/>
              <a:buChar char="•"/>
            </a:pPr>
            <a:r>
              <a:rPr lang="en-GB" sz="1200" dirty="0"/>
              <a:t>Dependencies are captured in the </a:t>
            </a:r>
            <a:r>
              <a:rPr lang="en-GB" sz="1200" dirty="0" err="1"/>
              <a:t>dependcies</a:t>
            </a:r>
            <a:r>
              <a:rPr lang="en-GB" sz="1200" dirty="0"/>
              <a:t> log, next slide and as changes in the change audit log</a:t>
            </a:r>
          </a:p>
          <a:p>
            <a:pPr marL="285750" indent="-285750">
              <a:buFont typeface="Arial" panose="020B0604020202020204" pitchFamily="34" charset="0"/>
              <a:buChar char="•"/>
            </a:pPr>
            <a:endParaRPr lang="en-GB" sz="1200" dirty="0"/>
          </a:p>
          <a:p>
            <a:pPr>
              <a:buNone/>
            </a:pPr>
            <a:endParaRPr lang="en-GB" sz="1800" b="1" dirty="0"/>
          </a:p>
        </p:txBody>
      </p:sp>
      <p:pic>
        <p:nvPicPr>
          <p:cNvPr id="4" name="Picture 3" descr="Picture 3">
            <a:extLst>
              <a:ext uri="{FF2B5EF4-FFF2-40B4-BE49-F238E27FC236}">
                <a16:creationId xmlns:a16="http://schemas.microsoft.com/office/drawing/2014/main" id="{DCF86C7E-E5E4-1A40-AB6B-3C718E531688}"/>
              </a:ext>
            </a:extLst>
          </p:cNvPr>
          <p:cNvPicPr>
            <a:picLocks noChangeAspect="1"/>
          </p:cNvPicPr>
          <p:nvPr/>
        </p:nvPicPr>
        <p:blipFill>
          <a:blip r:embed="rId2"/>
          <a:stretch>
            <a:fillRect/>
          </a:stretch>
        </p:blipFill>
        <p:spPr>
          <a:xfrm>
            <a:off x="7601779" y="1384995"/>
            <a:ext cx="4088402" cy="4970704"/>
          </a:xfrm>
          <a:prstGeom prst="rect">
            <a:avLst/>
          </a:prstGeom>
          <a:ln w="190500">
            <a:solidFill>
              <a:srgbClr val="FFFFFF"/>
            </a:solidFill>
          </a:ln>
        </p:spPr>
      </p:pic>
      <p:sp>
        <p:nvSpPr>
          <p:cNvPr id="5" name="TextBox 4">
            <a:extLst>
              <a:ext uri="{FF2B5EF4-FFF2-40B4-BE49-F238E27FC236}">
                <a16:creationId xmlns:a16="http://schemas.microsoft.com/office/drawing/2014/main" id="{D60BBCF1-A516-7A74-0DBC-2795A104F58A}"/>
              </a:ext>
            </a:extLst>
          </p:cNvPr>
          <p:cNvSpPr txBox="1"/>
          <p:nvPr/>
        </p:nvSpPr>
        <p:spPr>
          <a:xfrm>
            <a:off x="769545" y="380246"/>
            <a:ext cx="4010685" cy="369332"/>
          </a:xfrm>
          <a:prstGeom prst="rect">
            <a:avLst/>
          </a:prstGeom>
          <a:noFill/>
        </p:spPr>
        <p:txBody>
          <a:bodyPr wrap="square" rtlCol="0">
            <a:spAutoFit/>
          </a:bodyPr>
          <a:lstStyle/>
          <a:p>
            <a:r>
              <a:rPr lang="en-GB" dirty="0"/>
              <a:t>DEPENDENCIES</a:t>
            </a:r>
          </a:p>
        </p:txBody>
      </p:sp>
    </p:spTree>
    <p:extLst>
      <p:ext uri="{BB962C8B-B14F-4D97-AF65-F5344CB8AC3E}">
        <p14:creationId xmlns:p14="http://schemas.microsoft.com/office/powerpoint/2010/main" val="3974433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Picture 2">
            <a:extLst>
              <a:ext uri="{FF2B5EF4-FFF2-40B4-BE49-F238E27FC236}">
                <a16:creationId xmlns:a16="http://schemas.microsoft.com/office/drawing/2014/main" id="{3E5707ED-66CD-E694-D182-2F882D6053A8}"/>
              </a:ext>
            </a:extLst>
          </p:cNvPr>
          <p:cNvPicPr>
            <a:picLocks noChangeAspect="1"/>
          </p:cNvPicPr>
          <p:nvPr/>
        </p:nvPicPr>
        <p:blipFill>
          <a:blip r:embed="rId2"/>
          <a:stretch>
            <a:fillRect/>
          </a:stretch>
        </p:blipFill>
        <p:spPr>
          <a:xfrm>
            <a:off x="457200" y="1004316"/>
            <a:ext cx="11277600" cy="4849368"/>
          </a:xfrm>
          <a:prstGeom prst="rect">
            <a:avLst/>
          </a:prstGeom>
          <a:ln w="12700">
            <a:solidFill>
              <a:schemeClr val="bg2"/>
            </a:solidFill>
            <a:miter lim="400000"/>
          </a:ln>
        </p:spPr>
      </p:pic>
    </p:spTree>
    <p:extLst>
      <p:ext uri="{BB962C8B-B14F-4D97-AF65-F5344CB8AC3E}">
        <p14:creationId xmlns:p14="http://schemas.microsoft.com/office/powerpoint/2010/main" val="1936121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904D5-F8C9-E999-9FB8-961BB3544630}"/>
              </a:ext>
            </a:extLst>
          </p:cNvPr>
          <p:cNvSpPr>
            <a:spLocks noGrp="1"/>
          </p:cNvSpPr>
          <p:nvPr>
            <p:ph type="title"/>
          </p:nvPr>
        </p:nvSpPr>
        <p:spPr/>
        <p:txBody>
          <a:bodyPr/>
          <a:lstStyle/>
          <a:p>
            <a:r>
              <a:rPr lang="en-GB" dirty="0"/>
              <a:t>Plan – key principles</a:t>
            </a:r>
          </a:p>
        </p:txBody>
      </p:sp>
      <p:sp>
        <p:nvSpPr>
          <p:cNvPr id="3" name="Text Placeholder 2">
            <a:extLst>
              <a:ext uri="{FF2B5EF4-FFF2-40B4-BE49-F238E27FC236}">
                <a16:creationId xmlns:a16="http://schemas.microsoft.com/office/drawing/2014/main" id="{8541F83F-AA2A-B8F1-7B7C-586AC25F2C23}"/>
              </a:ext>
            </a:extLst>
          </p:cNvPr>
          <p:cNvSpPr>
            <a:spLocks noGrp="1"/>
          </p:cNvSpPr>
          <p:nvPr>
            <p:ph type="body" idx="1"/>
          </p:nvPr>
        </p:nvSpPr>
        <p:spPr>
          <a:xfrm>
            <a:off x="838200" y="1690688"/>
            <a:ext cx="3759278" cy="576262"/>
          </a:xfrm>
        </p:spPr>
        <p:txBody>
          <a:bodyPr/>
          <a:lstStyle/>
          <a:p>
            <a:r>
              <a:rPr lang="en-GB" dirty="0"/>
              <a:t>Tasks</a:t>
            </a:r>
          </a:p>
        </p:txBody>
      </p:sp>
      <p:sp>
        <p:nvSpPr>
          <p:cNvPr id="4" name="Text Placeholder 3">
            <a:extLst>
              <a:ext uri="{FF2B5EF4-FFF2-40B4-BE49-F238E27FC236}">
                <a16:creationId xmlns:a16="http://schemas.microsoft.com/office/drawing/2014/main" id="{B353CFC3-244F-690A-D09D-E224CF4575F4}"/>
              </a:ext>
            </a:extLst>
          </p:cNvPr>
          <p:cNvSpPr>
            <a:spLocks noGrp="1"/>
          </p:cNvSpPr>
          <p:nvPr>
            <p:ph type="body" sz="half" idx="15"/>
          </p:nvPr>
        </p:nvSpPr>
        <p:spPr>
          <a:xfrm>
            <a:off x="857714" y="2571750"/>
            <a:ext cx="5311106" cy="3589338"/>
          </a:xfrm>
        </p:spPr>
        <p:txBody>
          <a:bodyPr>
            <a:noAutofit/>
          </a:bodyPr>
          <a:lstStyle/>
          <a:p>
            <a:r>
              <a:rPr lang="en-GB" dirty="0"/>
              <a:t>Lyra operates using a hierarchical tree structure with no limit to the number of tasks or hierarchical depth. Tasks can be copied in from other sources. </a:t>
            </a:r>
            <a:r>
              <a:rPr lang="en-GB" dirty="0" err="1"/>
              <a:t>E.g</a:t>
            </a:r>
            <a:r>
              <a:rPr lang="en-GB" dirty="0"/>
              <a:t> Excel (manually) or AI generated </a:t>
            </a:r>
          </a:p>
          <a:p>
            <a:r>
              <a:rPr lang="en-GB" dirty="0"/>
              <a:t>Tasks can be given attributes which can be displayed as columns (or hidden). These attributes are configurable and can be text, date, number, %, symbol etc.</a:t>
            </a:r>
          </a:p>
          <a:p>
            <a:r>
              <a:rPr lang="en-GB" dirty="0"/>
              <a:t>Each task generates a corresponding </a:t>
            </a:r>
            <a:r>
              <a:rPr lang="en-GB" dirty="0" err="1"/>
              <a:t>gantt</a:t>
            </a:r>
            <a:r>
              <a:rPr lang="en-GB" dirty="0"/>
              <a:t> bar which will appear if the task has date attributes applied.</a:t>
            </a:r>
          </a:p>
          <a:p>
            <a:r>
              <a:rPr lang="en-GB" dirty="0"/>
              <a:t>There is no limit to the number of attributes that can be applied to a task</a:t>
            </a:r>
          </a:p>
          <a:p>
            <a:r>
              <a:rPr lang="en-GB" dirty="0"/>
              <a:t>Columns are moveable</a:t>
            </a:r>
          </a:p>
          <a:p>
            <a:r>
              <a:rPr lang="en-GB" dirty="0"/>
              <a:t>Can add custom columns</a:t>
            </a:r>
          </a:p>
        </p:txBody>
      </p:sp>
      <p:sp>
        <p:nvSpPr>
          <p:cNvPr id="7" name="Text Placeholder 6">
            <a:extLst>
              <a:ext uri="{FF2B5EF4-FFF2-40B4-BE49-F238E27FC236}">
                <a16:creationId xmlns:a16="http://schemas.microsoft.com/office/drawing/2014/main" id="{F5F807A2-95E5-C5B3-1773-A5283CC50784}"/>
              </a:ext>
            </a:extLst>
          </p:cNvPr>
          <p:cNvSpPr>
            <a:spLocks noGrp="1"/>
          </p:cNvSpPr>
          <p:nvPr>
            <p:ph type="body" sz="quarter" idx="13"/>
          </p:nvPr>
        </p:nvSpPr>
        <p:spPr>
          <a:xfrm>
            <a:off x="6745936" y="1843088"/>
            <a:ext cx="2932113" cy="576262"/>
          </a:xfrm>
        </p:spPr>
        <p:txBody>
          <a:bodyPr/>
          <a:lstStyle/>
          <a:p>
            <a:r>
              <a:rPr lang="en-GB" dirty="0"/>
              <a:t>Screen</a:t>
            </a:r>
          </a:p>
        </p:txBody>
      </p:sp>
      <p:sp>
        <p:nvSpPr>
          <p:cNvPr id="8" name="Text Placeholder 7">
            <a:extLst>
              <a:ext uri="{FF2B5EF4-FFF2-40B4-BE49-F238E27FC236}">
                <a16:creationId xmlns:a16="http://schemas.microsoft.com/office/drawing/2014/main" id="{859ADE69-1DFC-CA2B-6F28-099BA9CCB6FD}"/>
              </a:ext>
            </a:extLst>
          </p:cNvPr>
          <p:cNvSpPr>
            <a:spLocks noGrp="1"/>
          </p:cNvSpPr>
          <p:nvPr>
            <p:ph type="body" sz="half" idx="17"/>
          </p:nvPr>
        </p:nvSpPr>
        <p:spPr>
          <a:xfrm>
            <a:off x="6545655" y="2571750"/>
            <a:ext cx="5311106" cy="3589338"/>
          </a:xfrm>
        </p:spPr>
        <p:txBody>
          <a:bodyPr>
            <a:normAutofit lnSpcReduction="10000"/>
          </a:bodyPr>
          <a:lstStyle/>
          <a:p>
            <a:r>
              <a:rPr lang="en-GB" dirty="0"/>
              <a:t>Set up with a navigation panel, headers and 2 panels underneath</a:t>
            </a:r>
          </a:p>
          <a:p>
            <a:r>
              <a:rPr lang="en-GB" dirty="0"/>
              <a:t>Task grid on the left panel, </a:t>
            </a:r>
            <a:r>
              <a:rPr lang="en-GB" dirty="0" err="1"/>
              <a:t>gantt</a:t>
            </a:r>
            <a:r>
              <a:rPr lang="en-GB" dirty="0"/>
              <a:t> on the right panel. User can populate either side and the other will be generated from whichever has data or is edited.</a:t>
            </a:r>
          </a:p>
          <a:p>
            <a:r>
              <a:rPr lang="en-GB" dirty="0"/>
              <a:t>User can zoom out to 5 years or zoom in to a weekly view on the </a:t>
            </a:r>
            <a:r>
              <a:rPr lang="en-GB" dirty="0" err="1"/>
              <a:t>gantt</a:t>
            </a:r>
            <a:endParaRPr lang="en-GB" dirty="0"/>
          </a:p>
          <a:p>
            <a:r>
              <a:rPr lang="en-GB" dirty="0"/>
              <a:t>User is presented with an empty grid for an empty plan. For an in-progress plan, under any existing tasks is an empty grid ready for new tasks to be added. Tasks can be added in the following ways:</a:t>
            </a:r>
          </a:p>
          <a:p>
            <a:pPr marL="285750" indent="-285750">
              <a:buFont typeface="Arial" panose="020B0604020202020204" pitchFamily="34" charset="0"/>
              <a:buChar char="•"/>
            </a:pPr>
            <a:r>
              <a:rPr lang="en-GB" dirty="0"/>
              <a:t>Individually typed into the grid</a:t>
            </a:r>
          </a:p>
          <a:p>
            <a:pPr marL="285750" indent="-285750">
              <a:buFont typeface="Arial" panose="020B0604020202020204" pitchFamily="34" charset="0"/>
              <a:buChar char="•"/>
            </a:pPr>
            <a:r>
              <a:rPr lang="en-GB" dirty="0"/>
              <a:t>Dragged from the task above (all or some cells)</a:t>
            </a:r>
          </a:p>
          <a:p>
            <a:pPr marL="285750" indent="-285750">
              <a:buFont typeface="Arial" panose="020B0604020202020204" pitchFamily="34" charset="0"/>
              <a:buChar char="•"/>
            </a:pPr>
            <a:r>
              <a:rPr lang="en-GB" dirty="0"/>
              <a:t>Copied in from other sources (</a:t>
            </a:r>
            <a:r>
              <a:rPr lang="en-GB" dirty="0" err="1"/>
              <a:t>powerpoint</a:t>
            </a:r>
            <a:r>
              <a:rPr lang="en-GB" dirty="0"/>
              <a:t> table, excel, email etc)</a:t>
            </a:r>
          </a:p>
          <a:p>
            <a:r>
              <a:rPr lang="en-GB" dirty="0"/>
              <a:t>Tasks can then be organised into the correct hierarchical structure.</a:t>
            </a:r>
          </a:p>
        </p:txBody>
      </p:sp>
    </p:spTree>
    <p:extLst>
      <p:ext uri="{BB962C8B-B14F-4D97-AF65-F5344CB8AC3E}">
        <p14:creationId xmlns:p14="http://schemas.microsoft.com/office/powerpoint/2010/main" val="852692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59F7F-7539-C2E1-59AA-08359E591057}"/>
              </a:ext>
            </a:extLst>
          </p:cNvPr>
          <p:cNvSpPr>
            <a:spLocks noGrp="1"/>
          </p:cNvSpPr>
          <p:nvPr>
            <p:ph type="title"/>
          </p:nvPr>
        </p:nvSpPr>
        <p:spPr/>
        <p:txBody>
          <a:bodyPr/>
          <a:lstStyle/>
          <a:p>
            <a:r>
              <a:rPr lang="en-GB" dirty="0"/>
              <a:t>Baselining</a:t>
            </a:r>
          </a:p>
        </p:txBody>
      </p:sp>
      <p:sp>
        <p:nvSpPr>
          <p:cNvPr id="3" name="Content Placeholder 2">
            <a:extLst>
              <a:ext uri="{FF2B5EF4-FFF2-40B4-BE49-F238E27FC236}">
                <a16:creationId xmlns:a16="http://schemas.microsoft.com/office/drawing/2014/main" id="{4A093546-6D93-F202-6978-EDA3BC6379A3}"/>
              </a:ext>
            </a:extLst>
          </p:cNvPr>
          <p:cNvSpPr>
            <a:spLocks noGrp="1"/>
          </p:cNvSpPr>
          <p:nvPr>
            <p:ph idx="1"/>
          </p:nvPr>
        </p:nvSpPr>
        <p:spPr/>
        <p:txBody>
          <a:bodyPr>
            <a:normAutofit fontScale="70000" lnSpcReduction="20000"/>
          </a:bodyPr>
          <a:lstStyle/>
          <a:p>
            <a:pPr marL="0" indent="0">
              <a:buNone/>
            </a:pPr>
            <a:r>
              <a:rPr lang="en-GB" dirty="0"/>
              <a:t>Baselines can be set at the below hierarchy levels. To set a baseline, user clicks the Baseline button and is presented with a dialogue box to confirm what should be baselined.</a:t>
            </a:r>
          </a:p>
          <a:p>
            <a:pPr marL="0" indent="0">
              <a:buNone/>
            </a:pPr>
            <a:r>
              <a:rPr lang="en-GB" dirty="0"/>
              <a:t>There is no limit to the number of times a plan can be re-baselined.</a:t>
            </a:r>
          </a:p>
          <a:p>
            <a:pPr marL="0" indent="0">
              <a:buNone/>
            </a:pPr>
            <a:r>
              <a:rPr lang="en-GB" dirty="0"/>
              <a:t>Baselining is logged in the change table</a:t>
            </a:r>
          </a:p>
          <a:p>
            <a:pPr marL="0" indent="0">
              <a:buNone/>
            </a:pPr>
            <a:r>
              <a:rPr lang="en-GB" dirty="0"/>
              <a:t>Hierarchies Lyra can baseline at:</a:t>
            </a:r>
          </a:p>
          <a:p>
            <a:pPr lvl="1"/>
            <a:r>
              <a:rPr lang="en-GB" dirty="0"/>
              <a:t>Enterprise</a:t>
            </a:r>
          </a:p>
          <a:p>
            <a:pPr lvl="1"/>
            <a:r>
              <a:rPr lang="en-GB" dirty="0"/>
              <a:t>Portfolio</a:t>
            </a:r>
          </a:p>
          <a:p>
            <a:pPr lvl="1"/>
            <a:r>
              <a:rPr lang="en-GB" dirty="0"/>
              <a:t>Programme</a:t>
            </a:r>
          </a:p>
          <a:p>
            <a:pPr lvl="1"/>
            <a:r>
              <a:rPr lang="en-GB" dirty="0"/>
              <a:t>Project</a:t>
            </a:r>
          </a:p>
          <a:p>
            <a:pPr lvl="1"/>
            <a:r>
              <a:rPr lang="en-GB" dirty="0"/>
              <a:t>Task</a:t>
            </a:r>
          </a:p>
          <a:p>
            <a:pPr marL="0" indent="0">
              <a:buNone/>
            </a:pPr>
            <a:r>
              <a:rPr lang="en-GB" dirty="0"/>
              <a:t>When set baseline is clicked, two things happen:</a:t>
            </a:r>
          </a:p>
          <a:p>
            <a:pPr marL="514350" indent="-514350">
              <a:buFont typeface="+mj-lt"/>
              <a:buAutoNum type="arabicPeriod"/>
            </a:pPr>
            <a:r>
              <a:rPr lang="en-GB" dirty="0"/>
              <a:t>tasks that are within the baseline should be green. If this changes the Status of any tasks, ask the user first. </a:t>
            </a:r>
          </a:p>
          <a:p>
            <a:pPr marL="514350" indent="-514350">
              <a:buFont typeface="+mj-lt"/>
              <a:buAutoNum type="arabicPeriod"/>
            </a:pPr>
            <a:r>
              <a:rPr lang="en-GB" dirty="0"/>
              <a:t>the dates of the tasks within the baseline are stored as baseline dates. These can be viewed as an attribute and/or in the baseline history</a:t>
            </a:r>
          </a:p>
          <a:p>
            <a:endParaRPr lang="en-GB" dirty="0"/>
          </a:p>
        </p:txBody>
      </p:sp>
    </p:spTree>
    <p:extLst>
      <p:ext uri="{BB962C8B-B14F-4D97-AF65-F5344CB8AC3E}">
        <p14:creationId xmlns:p14="http://schemas.microsoft.com/office/powerpoint/2010/main" val="2417202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46AFEC-3E53-5488-33DA-4E1A1AF90A67}"/>
              </a:ext>
            </a:extLst>
          </p:cNvPr>
          <p:cNvSpPr/>
          <p:nvPr/>
        </p:nvSpPr>
        <p:spPr>
          <a:xfrm>
            <a:off x="510012" y="377982"/>
            <a:ext cx="11171976" cy="6102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4F5A1454-FFA2-7D08-1C4E-80DB28B38322}"/>
              </a:ext>
            </a:extLst>
          </p:cNvPr>
          <p:cNvSpPr/>
          <p:nvPr/>
        </p:nvSpPr>
        <p:spPr>
          <a:xfrm>
            <a:off x="1204111" y="832919"/>
            <a:ext cx="3702867" cy="477117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1F9F39AF-866E-7C1F-A97B-EC9F5F35DE0F}"/>
              </a:ext>
            </a:extLst>
          </p:cNvPr>
          <p:cNvSpPr/>
          <p:nvPr/>
        </p:nvSpPr>
        <p:spPr>
          <a:xfrm>
            <a:off x="1439501" y="1728282"/>
            <a:ext cx="3114392" cy="534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Choose hierarchy</a:t>
            </a:r>
          </a:p>
        </p:txBody>
      </p:sp>
      <p:sp>
        <p:nvSpPr>
          <p:cNvPr id="6" name="TextBox 5">
            <a:extLst>
              <a:ext uri="{FF2B5EF4-FFF2-40B4-BE49-F238E27FC236}">
                <a16:creationId xmlns:a16="http://schemas.microsoft.com/office/drawing/2014/main" id="{3998D74B-3E7E-EDD7-82B1-FD4B501CBAF3}"/>
              </a:ext>
            </a:extLst>
          </p:cNvPr>
          <p:cNvSpPr txBox="1"/>
          <p:nvPr/>
        </p:nvSpPr>
        <p:spPr>
          <a:xfrm>
            <a:off x="1204111" y="904013"/>
            <a:ext cx="3702867" cy="461665"/>
          </a:xfrm>
          <a:prstGeom prst="rect">
            <a:avLst/>
          </a:prstGeom>
          <a:noFill/>
        </p:spPr>
        <p:txBody>
          <a:bodyPr wrap="square" rtlCol="0">
            <a:spAutoFit/>
          </a:bodyPr>
          <a:lstStyle/>
          <a:p>
            <a:pPr algn="ctr"/>
            <a:r>
              <a:rPr lang="en-GB" sz="2400" b="1" dirty="0">
                <a:solidFill>
                  <a:schemeClr val="bg1"/>
                </a:solidFill>
              </a:rPr>
              <a:t>Baseline</a:t>
            </a:r>
          </a:p>
        </p:txBody>
      </p:sp>
      <p:sp>
        <p:nvSpPr>
          <p:cNvPr id="7" name="TextBox 6">
            <a:extLst>
              <a:ext uri="{FF2B5EF4-FFF2-40B4-BE49-F238E27FC236}">
                <a16:creationId xmlns:a16="http://schemas.microsoft.com/office/drawing/2014/main" id="{8033E1AE-0D92-F9BD-561A-0F2F56F564AA}"/>
              </a:ext>
            </a:extLst>
          </p:cNvPr>
          <p:cNvSpPr txBox="1"/>
          <p:nvPr/>
        </p:nvSpPr>
        <p:spPr>
          <a:xfrm>
            <a:off x="1439501" y="1273345"/>
            <a:ext cx="2589291" cy="369332"/>
          </a:xfrm>
          <a:prstGeom prst="rect">
            <a:avLst/>
          </a:prstGeom>
          <a:noFill/>
        </p:spPr>
        <p:txBody>
          <a:bodyPr wrap="square" rtlCol="0">
            <a:spAutoFit/>
          </a:bodyPr>
          <a:lstStyle/>
          <a:p>
            <a:r>
              <a:rPr lang="en-GB" dirty="0">
                <a:solidFill>
                  <a:schemeClr val="bg1"/>
                </a:solidFill>
              </a:rPr>
              <a:t>Set baseline for </a:t>
            </a:r>
          </a:p>
        </p:txBody>
      </p:sp>
      <p:sp>
        <p:nvSpPr>
          <p:cNvPr id="8" name="Flowchart: Decision 7">
            <a:extLst>
              <a:ext uri="{FF2B5EF4-FFF2-40B4-BE49-F238E27FC236}">
                <a16:creationId xmlns:a16="http://schemas.microsoft.com/office/drawing/2014/main" id="{D50FD73C-6600-9231-E103-92CB8DAD9F5C}"/>
              </a:ext>
            </a:extLst>
          </p:cNvPr>
          <p:cNvSpPr/>
          <p:nvPr/>
        </p:nvSpPr>
        <p:spPr>
          <a:xfrm>
            <a:off x="4101220" y="1883121"/>
            <a:ext cx="362138" cy="280657"/>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9" name="Table 8">
            <a:extLst>
              <a:ext uri="{FF2B5EF4-FFF2-40B4-BE49-F238E27FC236}">
                <a16:creationId xmlns:a16="http://schemas.microsoft.com/office/drawing/2014/main" id="{1BCA9860-CCE4-C47D-5F72-82E6A417FB0B}"/>
              </a:ext>
            </a:extLst>
          </p:cNvPr>
          <p:cNvGraphicFramePr>
            <a:graphicFrameLocks noGrp="1"/>
          </p:cNvGraphicFramePr>
          <p:nvPr/>
        </p:nvGraphicFramePr>
        <p:xfrm>
          <a:off x="5050828" y="1723228"/>
          <a:ext cx="2164784" cy="1483360"/>
        </p:xfrm>
        <a:graphic>
          <a:graphicData uri="http://schemas.openxmlformats.org/drawingml/2006/table">
            <a:tbl>
              <a:tblPr firstRow="1" bandRow="1">
                <a:tableStyleId>{2D5ABB26-0587-4C30-8999-92F81FD0307C}</a:tableStyleId>
              </a:tblPr>
              <a:tblGrid>
                <a:gridCol w="2164784">
                  <a:extLst>
                    <a:ext uri="{9D8B030D-6E8A-4147-A177-3AD203B41FA5}">
                      <a16:colId xmlns:a16="http://schemas.microsoft.com/office/drawing/2014/main" val="1953986662"/>
                    </a:ext>
                  </a:extLst>
                </a:gridCol>
              </a:tblGrid>
              <a:tr h="370840">
                <a:tc>
                  <a:txBody>
                    <a:bodyPr/>
                    <a:lstStyle/>
                    <a:p>
                      <a:r>
                        <a:rPr lang="en-GB" dirty="0"/>
                        <a:t>Portfolio</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107993"/>
                  </a:ext>
                </a:extLst>
              </a:tr>
              <a:tr h="370840">
                <a:tc>
                  <a:txBody>
                    <a:bodyPr/>
                    <a:lstStyle/>
                    <a:p>
                      <a:r>
                        <a:rPr lang="en-GB" dirty="0"/>
                        <a:t>Programme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2347051"/>
                  </a:ext>
                </a:extLst>
              </a:tr>
              <a:tr h="370840">
                <a:tc>
                  <a:txBody>
                    <a:bodyPr/>
                    <a:lstStyle/>
                    <a:p>
                      <a:r>
                        <a:rPr lang="en-GB" dirty="0"/>
                        <a:t>Project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4681268"/>
                  </a:ext>
                </a:extLst>
              </a:tr>
              <a:tr h="370840">
                <a:tc>
                  <a:txBody>
                    <a:bodyPr/>
                    <a:lstStyle/>
                    <a:p>
                      <a:r>
                        <a:rPr lang="en-GB" dirty="0"/>
                        <a:t>Selected tasks</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19329709"/>
                  </a:ext>
                </a:extLst>
              </a:tr>
            </a:tbl>
          </a:graphicData>
        </a:graphic>
      </p:graphicFrame>
      <p:graphicFrame>
        <p:nvGraphicFramePr>
          <p:cNvPr id="10" name="Table 9">
            <a:extLst>
              <a:ext uri="{FF2B5EF4-FFF2-40B4-BE49-F238E27FC236}">
                <a16:creationId xmlns:a16="http://schemas.microsoft.com/office/drawing/2014/main" id="{9A047477-B579-83FE-1AC6-E4A74851C26A}"/>
              </a:ext>
            </a:extLst>
          </p:cNvPr>
          <p:cNvGraphicFramePr>
            <a:graphicFrameLocks noGrp="1"/>
          </p:cNvGraphicFramePr>
          <p:nvPr/>
        </p:nvGraphicFramePr>
        <p:xfrm>
          <a:off x="7568697" y="1723228"/>
          <a:ext cx="2164784" cy="1483360"/>
        </p:xfrm>
        <a:graphic>
          <a:graphicData uri="http://schemas.openxmlformats.org/drawingml/2006/table">
            <a:tbl>
              <a:tblPr firstRow="1" bandRow="1">
                <a:tableStyleId>{2D5ABB26-0587-4C30-8999-92F81FD0307C}</a:tableStyleId>
              </a:tblPr>
              <a:tblGrid>
                <a:gridCol w="2164784">
                  <a:extLst>
                    <a:ext uri="{9D8B030D-6E8A-4147-A177-3AD203B41FA5}">
                      <a16:colId xmlns:a16="http://schemas.microsoft.com/office/drawing/2014/main" val="1953986662"/>
                    </a:ext>
                  </a:extLst>
                </a:gridCol>
              </a:tblGrid>
              <a:tr h="370840">
                <a:tc>
                  <a:txBody>
                    <a:bodyPr/>
                    <a:lstStyle/>
                    <a:p>
                      <a:r>
                        <a:rPr lang="en-GB" dirty="0"/>
                        <a:t>Project 1</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1079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Project 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2347051"/>
                  </a:ext>
                </a:extLst>
              </a:tr>
              <a:tr h="370840">
                <a:tc>
                  <a:txBody>
                    <a:bodyPr/>
                    <a:lstStyle/>
                    <a:p>
                      <a:r>
                        <a:rPr lang="en-GB" dirty="0"/>
                        <a:t>Project 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4681268"/>
                  </a:ext>
                </a:extLst>
              </a:tr>
              <a:tr h="370840">
                <a:tc>
                  <a:txBody>
                    <a:bodyPr/>
                    <a:lstStyle/>
                    <a:p>
                      <a:r>
                        <a:rPr lang="en-GB" dirty="0"/>
                        <a:t>Project4</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19329709"/>
                  </a:ext>
                </a:extLst>
              </a:tr>
            </a:tbl>
          </a:graphicData>
        </a:graphic>
      </p:graphicFrame>
      <p:sp>
        <p:nvSpPr>
          <p:cNvPr id="11" name="Arrow: Right 10">
            <a:extLst>
              <a:ext uri="{FF2B5EF4-FFF2-40B4-BE49-F238E27FC236}">
                <a16:creationId xmlns:a16="http://schemas.microsoft.com/office/drawing/2014/main" id="{F827E8AB-C30B-71B8-6CF9-3B7F45153520}"/>
              </a:ext>
            </a:extLst>
          </p:cNvPr>
          <p:cNvSpPr/>
          <p:nvPr/>
        </p:nvSpPr>
        <p:spPr>
          <a:xfrm>
            <a:off x="7178392" y="2553077"/>
            <a:ext cx="390305" cy="181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77F61A9D-D875-A362-C46A-234470357401}"/>
              </a:ext>
            </a:extLst>
          </p:cNvPr>
          <p:cNvSpPr/>
          <p:nvPr/>
        </p:nvSpPr>
        <p:spPr>
          <a:xfrm>
            <a:off x="4588598" y="1936511"/>
            <a:ext cx="390305" cy="181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00D57FEB-D0F0-E801-74E6-C0E569C4CF3C}"/>
              </a:ext>
            </a:extLst>
          </p:cNvPr>
          <p:cNvCxnSpPr>
            <a:cxnSpLocks/>
            <a:stCxn id="16" idx="1"/>
            <a:endCxn id="4" idx="3"/>
          </p:cNvCxnSpPr>
          <p:nvPr/>
        </p:nvCxnSpPr>
        <p:spPr>
          <a:xfrm flipH="1">
            <a:off x="4553893" y="1133771"/>
            <a:ext cx="860330" cy="86158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EE799A9-E153-674A-70B9-720943FC15E1}"/>
              </a:ext>
            </a:extLst>
          </p:cNvPr>
          <p:cNvSpPr txBox="1"/>
          <p:nvPr/>
        </p:nvSpPr>
        <p:spPr>
          <a:xfrm>
            <a:off x="5414223" y="764439"/>
            <a:ext cx="5364179" cy="738664"/>
          </a:xfrm>
          <a:prstGeom prst="rect">
            <a:avLst/>
          </a:prstGeom>
          <a:noFill/>
        </p:spPr>
        <p:txBody>
          <a:bodyPr wrap="square" rtlCol="0">
            <a:spAutoFit/>
          </a:bodyPr>
          <a:lstStyle/>
          <a:p>
            <a:pPr marL="342900" indent="-342900">
              <a:buFont typeface="+mj-lt"/>
              <a:buAutoNum type="arabicPeriod"/>
            </a:pPr>
            <a:r>
              <a:rPr lang="en-GB" sz="1400" dirty="0">
                <a:solidFill>
                  <a:schemeClr val="bg1"/>
                </a:solidFill>
              </a:rPr>
              <a:t>User clicks on drop down and gets options in 1</a:t>
            </a:r>
            <a:r>
              <a:rPr lang="en-GB" sz="1400" baseline="30000" dirty="0">
                <a:solidFill>
                  <a:schemeClr val="bg1"/>
                </a:solidFill>
              </a:rPr>
              <a:t>st</a:t>
            </a:r>
            <a:r>
              <a:rPr lang="en-GB" sz="1400" dirty="0">
                <a:solidFill>
                  <a:schemeClr val="bg1"/>
                </a:solidFill>
              </a:rPr>
              <a:t> list below. </a:t>
            </a:r>
          </a:p>
          <a:p>
            <a:pPr marL="342900" indent="-342900">
              <a:buFont typeface="+mj-lt"/>
              <a:buAutoNum type="arabicPeriod"/>
            </a:pPr>
            <a:r>
              <a:rPr lang="en-GB" sz="1400" dirty="0">
                <a:solidFill>
                  <a:schemeClr val="bg1"/>
                </a:solidFill>
              </a:rPr>
              <a:t>Hovers on selection for further options based on existing data set in plan</a:t>
            </a:r>
          </a:p>
        </p:txBody>
      </p:sp>
      <p:cxnSp>
        <p:nvCxnSpPr>
          <p:cNvPr id="17" name="Straight Arrow Connector 16">
            <a:extLst>
              <a:ext uri="{FF2B5EF4-FFF2-40B4-BE49-F238E27FC236}">
                <a16:creationId xmlns:a16="http://schemas.microsoft.com/office/drawing/2014/main" id="{4237E105-5225-FAAF-1A94-89D540284D66}"/>
              </a:ext>
            </a:extLst>
          </p:cNvPr>
          <p:cNvCxnSpPr>
            <a:cxnSpLocks/>
          </p:cNvCxnSpPr>
          <p:nvPr/>
        </p:nvCxnSpPr>
        <p:spPr>
          <a:xfrm flipH="1">
            <a:off x="7373544" y="1225175"/>
            <a:ext cx="799471" cy="142867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0A9392E-D2B8-CA6F-2B73-316E816FF6AA}"/>
              </a:ext>
            </a:extLst>
          </p:cNvPr>
          <p:cNvSpPr/>
          <p:nvPr/>
        </p:nvSpPr>
        <p:spPr>
          <a:xfrm>
            <a:off x="4978903" y="2464908"/>
            <a:ext cx="1041651" cy="37788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 name="Straight Arrow Connector 24">
            <a:extLst>
              <a:ext uri="{FF2B5EF4-FFF2-40B4-BE49-F238E27FC236}">
                <a16:creationId xmlns:a16="http://schemas.microsoft.com/office/drawing/2014/main" id="{A7096A5D-7FF9-08D5-8151-BBE4AE1CA509}"/>
              </a:ext>
            </a:extLst>
          </p:cNvPr>
          <p:cNvCxnSpPr>
            <a:cxnSpLocks/>
            <a:stCxn id="28" idx="1"/>
            <a:endCxn id="9" idx="2"/>
          </p:cNvCxnSpPr>
          <p:nvPr/>
        </p:nvCxnSpPr>
        <p:spPr>
          <a:xfrm flipH="1" flipV="1">
            <a:off x="6133220" y="3206588"/>
            <a:ext cx="1435477" cy="39494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BFCFA4D-168A-844D-BC71-B04E37AB327F}"/>
              </a:ext>
            </a:extLst>
          </p:cNvPr>
          <p:cNvSpPr txBox="1"/>
          <p:nvPr/>
        </p:nvSpPr>
        <p:spPr>
          <a:xfrm>
            <a:off x="7568697" y="3232200"/>
            <a:ext cx="3702867" cy="738664"/>
          </a:xfrm>
          <a:prstGeom prst="rect">
            <a:avLst/>
          </a:prstGeom>
          <a:noFill/>
        </p:spPr>
        <p:txBody>
          <a:bodyPr wrap="square" rtlCol="0">
            <a:spAutoFit/>
          </a:bodyPr>
          <a:lstStyle/>
          <a:p>
            <a:r>
              <a:rPr lang="en-GB" sz="1400" dirty="0">
                <a:solidFill>
                  <a:schemeClr val="bg1"/>
                </a:solidFill>
              </a:rPr>
              <a:t>If user has already selected tasks in the plan. If a parent is selected, the children will automatically be selected </a:t>
            </a:r>
          </a:p>
        </p:txBody>
      </p:sp>
      <p:sp>
        <p:nvSpPr>
          <p:cNvPr id="30" name="Rectangle 29">
            <a:extLst>
              <a:ext uri="{FF2B5EF4-FFF2-40B4-BE49-F238E27FC236}">
                <a16:creationId xmlns:a16="http://schemas.microsoft.com/office/drawing/2014/main" id="{818E252E-423D-9FB4-5B62-AA8A8E756EE1}"/>
              </a:ext>
            </a:extLst>
          </p:cNvPr>
          <p:cNvSpPr/>
          <p:nvPr/>
        </p:nvSpPr>
        <p:spPr>
          <a:xfrm>
            <a:off x="1439501" y="4473342"/>
            <a:ext cx="3114392" cy="534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Baseline History</a:t>
            </a:r>
          </a:p>
        </p:txBody>
      </p:sp>
      <p:cxnSp>
        <p:nvCxnSpPr>
          <p:cNvPr id="32" name="Straight Arrow Connector 31">
            <a:extLst>
              <a:ext uri="{FF2B5EF4-FFF2-40B4-BE49-F238E27FC236}">
                <a16:creationId xmlns:a16="http://schemas.microsoft.com/office/drawing/2014/main" id="{CCAC765B-96AC-9C59-F1A1-3ADA34F382FA}"/>
              </a:ext>
            </a:extLst>
          </p:cNvPr>
          <p:cNvCxnSpPr>
            <a:cxnSpLocks/>
            <a:stCxn id="33" idx="1"/>
            <a:endCxn id="30" idx="3"/>
          </p:cNvCxnSpPr>
          <p:nvPr/>
        </p:nvCxnSpPr>
        <p:spPr>
          <a:xfrm flipH="1" flipV="1">
            <a:off x="4553893" y="4740420"/>
            <a:ext cx="496935" cy="111638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AACA58F-DDA2-4D97-940C-48710C1383E8}"/>
              </a:ext>
            </a:extLst>
          </p:cNvPr>
          <p:cNvSpPr txBox="1"/>
          <p:nvPr/>
        </p:nvSpPr>
        <p:spPr>
          <a:xfrm>
            <a:off x="5050828" y="5702918"/>
            <a:ext cx="6412871" cy="307777"/>
          </a:xfrm>
          <a:prstGeom prst="rect">
            <a:avLst/>
          </a:prstGeom>
          <a:noFill/>
        </p:spPr>
        <p:txBody>
          <a:bodyPr wrap="square" rtlCol="0">
            <a:spAutoFit/>
          </a:bodyPr>
          <a:lstStyle/>
          <a:p>
            <a:r>
              <a:rPr lang="en-GB" sz="1400" dirty="0">
                <a:solidFill>
                  <a:schemeClr val="bg1"/>
                </a:solidFill>
              </a:rPr>
              <a:t>Takes user to filtered view of the change log. Baseline is a category – see slide 25</a:t>
            </a:r>
          </a:p>
        </p:txBody>
      </p:sp>
      <p:sp>
        <p:nvSpPr>
          <p:cNvPr id="34" name="Rectangle 33">
            <a:extLst>
              <a:ext uri="{FF2B5EF4-FFF2-40B4-BE49-F238E27FC236}">
                <a16:creationId xmlns:a16="http://schemas.microsoft.com/office/drawing/2014/main" id="{9A47C57D-C879-928B-6434-A0EBD9636633}"/>
              </a:ext>
            </a:extLst>
          </p:cNvPr>
          <p:cNvSpPr/>
          <p:nvPr/>
        </p:nvSpPr>
        <p:spPr>
          <a:xfrm>
            <a:off x="1432461" y="2954824"/>
            <a:ext cx="3114392" cy="53415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Set Baseline</a:t>
            </a:r>
          </a:p>
        </p:txBody>
      </p:sp>
      <p:sp>
        <p:nvSpPr>
          <p:cNvPr id="36" name="Rectangle 35">
            <a:extLst>
              <a:ext uri="{FF2B5EF4-FFF2-40B4-BE49-F238E27FC236}">
                <a16:creationId xmlns:a16="http://schemas.microsoft.com/office/drawing/2014/main" id="{1F0BC4B4-E72B-6579-D1E5-A6663B1A4BF6}"/>
              </a:ext>
            </a:extLst>
          </p:cNvPr>
          <p:cNvSpPr/>
          <p:nvPr/>
        </p:nvSpPr>
        <p:spPr>
          <a:xfrm>
            <a:off x="1439501" y="3703787"/>
            <a:ext cx="3114392" cy="534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Baseline x created</a:t>
            </a:r>
          </a:p>
        </p:txBody>
      </p:sp>
      <p:sp>
        <p:nvSpPr>
          <p:cNvPr id="41" name="TextBox 40">
            <a:extLst>
              <a:ext uri="{FF2B5EF4-FFF2-40B4-BE49-F238E27FC236}">
                <a16:creationId xmlns:a16="http://schemas.microsoft.com/office/drawing/2014/main" id="{D3D4EC11-11CC-D7E7-B84A-6D97AB572313}"/>
              </a:ext>
            </a:extLst>
          </p:cNvPr>
          <p:cNvSpPr txBox="1"/>
          <p:nvPr/>
        </p:nvSpPr>
        <p:spPr>
          <a:xfrm>
            <a:off x="5211778" y="4038773"/>
            <a:ext cx="6090971" cy="1384995"/>
          </a:xfrm>
          <a:prstGeom prst="rect">
            <a:avLst/>
          </a:prstGeom>
          <a:noFill/>
        </p:spPr>
        <p:txBody>
          <a:bodyPr wrap="square" rtlCol="0">
            <a:spAutoFit/>
          </a:bodyPr>
          <a:lstStyle/>
          <a:p>
            <a:r>
              <a:rPr lang="en-GB" sz="1400" dirty="0">
                <a:solidFill>
                  <a:schemeClr val="bg1"/>
                </a:solidFill>
              </a:rPr>
              <a:t>Now that we have Lyra understanding structure, it would be helpful to have the baselines numbered:</a:t>
            </a:r>
          </a:p>
          <a:p>
            <a:pPr marL="285750" indent="-285750">
              <a:buFont typeface="Arial" panose="020B0604020202020204" pitchFamily="34" charset="0"/>
              <a:buChar char="•"/>
            </a:pPr>
            <a:r>
              <a:rPr lang="en-GB" sz="1400" dirty="0">
                <a:solidFill>
                  <a:schemeClr val="bg1"/>
                </a:solidFill>
              </a:rPr>
              <a:t>Portfolio Baseline 1, 2…n</a:t>
            </a:r>
          </a:p>
          <a:p>
            <a:pPr marL="285750" indent="-285750">
              <a:buFont typeface="Arial" panose="020B0604020202020204" pitchFamily="34" charset="0"/>
              <a:buChar char="•"/>
            </a:pPr>
            <a:r>
              <a:rPr lang="en-GB" sz="1400" dirty="0">
                <a:solidFill>
                  <a:schemeClr val="bg1"/>
                </a:solidFill>
              </a:rPr>
              <a:t>Programme Baseline 1, 2..n</a:t>
            </a:r>
          </a:p>
          <a:p>
            <a:pPr marL="285750" indent="-285750">
              <a:buFont typeface="Arial" panose="020B0604020202020204" pitchFamily="34" charset="0"/>
              <a:buChar char="•"/>
            </a:pPr>
            <a:r>
              <a:rPr lang="en-GB" sz="1400" dirty="0">
                <a:solidFill>
                  <a:schemeClr val="bg1"/>
                </a:solidFill>
              </a:rPr>
              <a:t>Project Baseline 1,2..n</a:t>
            </a:r>
          </a:p>
          <a:p>
            <a:pPr marL="285750" indent="-285750">
              <a:buFont typeface="Arial" panose="020B0604020202020204" pitchFamily="34" charset="0"/>
              <a:buChar char="•"/>
            </a:pPr>
            <a:r>
              <a:rPr lang="en-GB" sz="1400" dirty="0">
                <a:solidFill>
                  <a:schemeClr val="bg1"/>
                </a:solidFill>
              </a:rPr>
              <a:t>No need to number task baselines</a:t>
            </a:r>
          </a:p>
        </p:txBody>
      </p:sp>
      <p:cxnSp>
        <p:nvCxnSpPr>
          <p:cNvPr id="52" name="Straight Arrow Connector 51">
            <a:extLst>
              <a:ext uri="{FF2B5EF4-FFF2-40B4-BE49-F238E27FC236}">
                <a16:creationId xmlns:a16="http://schemas.microsoft.com/office/drawing/2014/main" id="{62536E0E-14F5-155D-D701-8B2E44C835F5}"/>
              </a:ext>
            </a:extLst>
          </p:cNvPr>
          <p:cNvCxnSpPr>
            <a:cxnSpLocks/>
            <a:stCxn id="41" idx="1"/>
            <a:endCxn id="36" idx="3"/>
          </p:cNvCxnSpPr>
          <p:nvPr/>
        </p:nvCxnSpPr>
        <p:spPr>
          <a:xfrm flipH="1" flipV="1">
            <a:off x="4553893" y="3970865"/>
            <a:ext cx="657885" cy="76040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7" name="Graphic 56" descr="Badge 1 with solid fill">
            <a:extLst>
              <a:ext uri="{FF2B5EF4-FFF2-40B4-BE49-F238E27FC236}">
                <a16:creationId xmlns:a16="http://schemas.microsoft.com/office/drawing/2014/main" id="{82BDBBF6-0986-D3F3-532A-309F7B0C22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9311" y="1723228"/>
            <a:ext cx="613270" cy="613270"/>
          </a:xfrm>
          <a:prstGeom prst="rect">
            <a:avLst/>
          </a:prstGeom>
        </p:spPr>
      </p:pic>
      <p:pic>
        <p:nvPicPr>
          <p:cNvPr id="59" name="Graphic 58" descr="Badge with solid fill">
            <a:extLst>
              <a:ext uri="{FF2B5EF4-FFF2-40B4-BE49-F238E27FC236}">
                <a16:creationId xmlns:a16="http://schemas.microsoft.com/office/drawing/2014/main" id="{1B1BD19B-52F0-FA45-BA30-F55CD804E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7476" y="2920172"/>
            <a:ext cx="613270" cy="613270"/>
          </a:xfrm>
          <a:prstGeom prst="rect">
            <a:avLst/>
          </a:prstGeom>
        </p:spPr>
      </p:pic>
    </p:spTree>
    <p:extLst>
      <p:ext uri="{BB962C8B-B14F-4D97-AF65-F5344CB8AC3E}">
        <p14:creationId xmlns:p14="http://schemas.microsoft.com/office/powerpoint/2010/main" val="1496010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DF15D-D630-7231-6AB7-93324B007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BF617-EF03-E90E-B3CF-6239FAA0914E}"/>
              </a:ext>
            </a:extLst>
          </p:cNvPr>
          <p:cNvSpPr>
            <a:spLocks noGrp="1"/>
          </p:cNvSpPr>
          <p:nvPr>
            <p:ph type="title"/>
          </p:nvPr>
        </p:nvSpPr>
        <p:spPr/>
        <p:txBody>
          <a:bodyPr/>
          <a:lstStyle/>
          <a:p>
            <a:r>
              <a:rPr lang="en-GB" dirty="0"/>
              <a:t>Reporting</a:t>
            </a:r>
          </a:p>
        </p:txBody>
      </p:sp>
      <p:sp>
        <p:nvSpPr>
          <p:cNvPr id="3" name="Text Placeholder 2">
            <a:extLst>
              <a:ext uri="{FF2B5EF4-FFF2-40B4-BE49-F238E27FC236}">
                <a16:creationId xmlns:a16="http://schemas.microsoft.com/office/drawing/2014/main" id="{4B68D00B-4979-5669-124F-FA2FED396929}"/>
              </a:ext>
            </a:extLst>
          </p:cNvPr>
          <p:cNvSpPr>
            <a:spLocks noGrp="1"/>
          </p:cNvSpPr>
          <p:nvPr>
            <p:ph type="body" idx="1"/>
          </p:nvPr>
        </p:nvSpPr>
        <p:spPr>
          <a:xfrm>
            <a:off x="1377167" y="1402557"/>
            <a:ext cx="2946866" cy="576262"/>
          </a:xfrm>
        </p:spPr>
        <p:txBody>
          <a:bodyPr/>
          <a:lstStyle/>
          <a:p>
            <a:r>
              <a:rPr lang="en-GB" dirty="0"/>
              <a:t>Report Build</a:t>
            </a:r>
          </a:p>
        </p:txBody>
      </p:sp>
      <p:sp>
        <p:nvSpPr>
          <p:cNvPr id="4" name="Text Placeholder 3">
            <a:extLst>
              <a:ext uri="{FF2B5EF4-FFF2-40B4-BE49-F238E27FC236}">
                <a16:creationId xmlns:a16="http://schemas.microsoft.com/office/drawing/2014/main" id="{B38B0E70-6335-4299-197C-DBB3BE44A1D2}"/>
              </a:ext>
            </a:extLst>
          </p:cNvPr>
          <p:cNvSpPr>
            <a:spLocks noGrp="1"/>
          </p:cNvSpPr>
          <p:nvPr>
            <p:ph type="body" sz="half" idx="15"/>
          </p:nvPr>
        </p:nvSpPr>
        <p:spPr>
          <a:xfrm>
            <a:off x="153909" y="2088357"/>
            <a:ext cx="4284290" cy="4404518"/>
          </a:xfrm>
        </p:spPr>
        <p:txBody>
          <a:bodyPr>
            <a:noAutofit/>
          </a:bodyPr>
          <a:lstStyle/>
          <a:p>
            <a:pPr marL="342900" indent="-342900">
              <a:buFont typeface="+mj-lt"/>
              <a:buAutoNum type="arabicPeriod"/>
            </a:pPr>
            <a:r>
              <a:rPr lang="en-GB" dirty="0"/>
              <a:t>User types a title, when typing, previously saved titles appear and are also available in a drop down – not mandatory</a:t>
            </a:r>
          </a:p>
          <a:p>
            <a:pPr marL="342900" indent="-342900">
              <a:buFont typeface="+mj-lt"/>
              <a:buAutoNum type="arabicPeriod"/>
            </a:pPr>
            <a:r>
              <a:rPr lang="en-GB" dirty="0"/>
              <a:t>User chooses attributes to appear on the left panel of the report. No minimum (can be zero) and no maximum although a recommendation of maximum depending on visuals (TBC, ~4). These attributes are not a filter. They are the values from the plan for the data selected for the report. (</a:t>
            </a:r>
            <a:r>
              <a:rPr lang="en-GB" dirty="0" err="1"/>
              <a:t>eg</a:t>
            </a:r>
            <a:r>
              <a:rPr lang="en-GB" dirty="0"/>
              <a:t> – programme, workstream)</a:t>
            </a:r>
          </a:p>
          <a:p>
            <a:pPr marL="342900" indent="-342900">
              <a:buFont typeface="+mj-lt"/>
              <a:buAutoNum type="arabicPeriod"/>
            </a:pPr>
            <a:r>
              <a:rPr lang="en-GB" dirty="0"/>
              <a:t>User chooses filter which will define which tasks will appear in the report e.g. Project X, Status = Red, Date range = A-B</a:t>
            </a:r>
          </a:p>
          <a:p>
            <a:pPr marL="342900" indent="-342900">
              <a:buFont typeface="+mj-lt"/>
              <a:buAutoNum type="arabicPeriod"/>
            </a:pPr>
            <a:r>
              <a:rPr lang="en-GB" dirty="0"/>
              <a:t>User chooses whether to display milestones or </a:t>
            </a:r>
            <a:r>
              <a:rPr lang="en-GB" dirty="0" err="1"/>
              <a:t>gantt</a:t>
            </a:r>
            <a:r>
              <a:rPr lang="en-GB" dirty="0"/>
              <a:t> bars by ticking relevant check box. This will pull either milestones fitting the above criteria or tasks depending which is ticked (or both)</a:t>
            </a:r>
          </a:p>
          <a:p>
            <a:pPr marL="342900" indent="-342900">
              <a:buFont typeface="+mj-lt"/>
              <a:buAutoNum type="arabicPeriod"/>
            </a:pPr>
            <a:r>
              <a:rPr lang="en-GB" dirty="0"/>
              <a:t>User Generates report preview</a:t>
            </a:r>
          </a:p>
        </p:txBody>
      </p:sp>
      <p:sp>
        <p:nvSpPr>
          <p:cNvPr id="5" name="Text Placeholder 4">
            <a:extLst>
              <a:ext uri="{FF2B5EF4-FFF2-40B4-BE49-F238E27FC236}">
                <a16:creationId xmlns:a16="http://schemas.microsoft.com/office/drawing/2014/main" id="{A49A01C8-F567-68BC-D163-CFB42EDB123A}"/>
              </a:ext>
            </a:extLst>
          </p:cNvPr>
          <p:cNvSpPr>
            <a:spLocks noGrp="1"/>
          </p:cNvSpPr>
          <p:nvPr>
            <p:ph type="body" sz="quarter" idx="3"/>
          </p:nvPr>
        </p:nvSpPr>
        <p:spPr>
          <a:xfrm>
            <a:off x="4627879" y="1402557"/>
            <a:ext cx="2936241" cy="576262"/>
          </a:xfrm>
        </p:spPr>
        <p:txBody>
          <a:bodyPr/>
          <a:lstStyle/>
          <a:p>
            <a:r>
              <a:rPr lang="en-GB" dirty="0"/>
              <a:t>Report Editing</a:t>
            </a:r>
          </a:p>
        </p:txBody>
      </p:sp>
      <p:sp>
        <p:nvSpPr>
          <p:cNvPr id="6" name="Text Placeholder 5">
            <a:extLst>
              <a:ext uri="{FF2B5EF4-FFF2-40B4-BE49-F238E27FC236}">
                <a16:creationId xmlns:a16="http://schemas.microsoft.com/office/drawing/2014/main" id="{41E87246-9F07-57EC-EF4D-360B007D1DCA}"/>
              </a:ext>
            </a:extLst>
          </p:cNvPr>
          <p:cNvSpPr>
            <a:spLocks noGrp="1"/>
          </p:cNvSpPr>
          <p:nvPr>
            <p:ph type="body" sz="half" idx="16"/>
          </p:nvPr>
        </p:nvSpPr>
        <p:spPr>
          <a:xfrm>
            <a:off x="4517742" y="2088356"/>
            <a:ext cx="3150407" cy="4249069"/>
          </a:xfrm>
        </p:spPr>
        <p:txBody>
          <a:bodyPr>
            <a:normAutofit/>
          </a:bodyPr>
          <a:lstStyle/>
          <a:p>
            <a:pPr marL="285750" indent="-285750">
              <a:buFont typeface="Arial" panose="020B0604020202020204" pitchFamily="34" charset="0"/>
              <a:buChar char="•"/>
            </a:pPr>
            <a:r>
              <a:rPr lang="en-GB" dirty="0"/>
              <a:t>Report preview is produced on screen including critical path outline and title</a:t>
            </a:r>
          </a:p>
          <a:p>
            <a:pPr marL="285750" indent="-285750">
              <a:buFont typeface="Arial" panose="020B0604020202020204" pitchFamily="34" charset="0"/>
              <a:buChar char="•"/>
            </a:pPr>
            <a:r>
              <a:rPr lang="en-GB" dirty="0"/>
              <a:t>User can edit the </a:t>
            </a:r>
            <a:r>
              <a:rPr lang="en-GB" dirty="0" err="1"/>
              <a:t>gantt</a:t>
            </a:r>
            <a:r>
              <a:rPr lang="en-GB" dirty="0"/>
              <a:t> / milestones display using the same setting and dialogue box as in the plan screen.</a:t>
            </a:r>
          </a:p>
          <a:p>
            <a:pPr marL="285750" indent="-285750">
              <a:buFont typeface="Arial" panose="020B0604020202020204" pitchFamily="34" charset="0"/>
              <a:buChar char="•"/>
            </a:pPr>
            <a:r>
              <a:rPr lang="en-GB" dirty="0"/>
              <a:t>User can choose ‘styles’ for reports: different headers, borders, swim-lanes. </a:t>
            </a:r>
          </a:p>
        </p:txBody>
      </p:sp>
      <p:sp>
        <p:nvSpPr>
          <p:cNvPr id="7" name="Text Placeholder 6">
            <a:extLst>
              <a:ext uri="{FF2B5EF4-FFF2-40B4-BE49-F238E27FC236}">
                <a16:creationId xmlns:a16="http://schemas.microsoft.com/office/drawing/2014/main" id="{DFF9B8E5-9DA2-0E1F-F918-0144BD2A174C}"/>
              </a:ext>
            </a:extLst>
          </p:cNvPr>
          <p:cNvSpPr>
            <a:spLocks noGrp="1"/>
          </p:cNvSpPr>
          <p:nvPr>
            <p:ph type="body" sz="quarter" idx="13"/>
          </p:nvPr>
        </p:nvSpPr>
        <p:spPr>
          <a:xfrm>
            <a:off x="7868920" y="1402557"/>
            <a:ext cx="2932113" cy="576262"/>
          </a:xfrm>
        </p:spPr>
        <p:txBody>
          <a:bodyPr/>
          <a:lstStyle/>
          <a:p>
            <a:r>
              <a:rPr lang="en-GB" dirty="0"/>
              <a:t>Report Saving</a:t>
            </a:r>
          </a:p>
        </p:txBody>
      </p:sp>
      <p:sp>
        <p:nvSpPr>
          <p:cNvPr id="8" name="Text Placeholder 7">
            <a:extLst>
              <a:ext uri="{FF2B5EF4-FFF2-40B4-BE49-F238E27FC236}">
                <a16:creationId xmlns:a16="http://schemas.microsoft.com/office/drawing/2014/main" id="{D17B78CF-D793-0EA9-9875-4F5459120FB7}"/>
              </a:ext>
            </a:extLst>
          </p:cNvPr>
          <p:cNvSpPr>
            <a:spLocks noGrp="1"/>
          </p:cNvSpPr>
          <p:nvPr>
            <p:ph type="body" sz="half" idx="17"/>
          </p:nvPr>
        </p:nvSpPr>
        <p:spPr>
          <a:xfrm>
            <a:off x="7753800" y="2085364"/>
            <a:ext cx="4160560" cy="3473464"/>
          </a:xfrm>
        </p:spPr>
        <p:txBody>
          <a:bodyPr>
            <a:normAutofit/>
          </a:bodyPr>
          <a:lstStyle/>
          <a:p>
            <a:r>
              <a:rPr lang="en-GB" dirty="0"/>
              <a:t>Once editing is completed, the below options are available:</a:t>
            </a:r>
          </a:p>
          <a:p>
            <a:pPr marL="285750" indent="-285750">
              <a:buFont typeface="Arial" panose="020B0604020202020204" pitchFamily="34" charset="0"/>
              <a:buChar char="•"/>
            </a:pPr>
            <a:r>
              <a:rPr lang="en-GB" dirty="0"/>
              <a:t>User can leave the module without saving</a:t>
            </a:r>
          </a:p>
          <a:p>
            <a:pPr marL="285750" indent="-285750">
              <a:buFont typeface="Arial" panose="020B0604020202020204" pitchFamily="34" charset="0"/>
              <a:buChar char="•"/>
            </a:pPr>
            <a:r>
              <a:rPr lang="en-GB" dirty="0"/>
              <a:t>User can save the report (which can then be run again)</a:t>
            </a:r>
          </a:p>
          <a:p>
            <a:r>
              <a:rPr lang="en-GB" dirty="0"/>
              <a:t>And / Or</a:t>
            </a:r>
          </a:p>
          <a:p>
            <a:pPr marL="285750" indent="-285750">
              <a:buFont typeface="Arial" panose="020B0604020202020204" pitchFamily="34" charset="0"/>
              <a:buChar char="•"/>
            </a:pPr>
            <a:r>
              <a:rPr lang="en-GB" dirty="0"/>
              <a:t>Share the report (email, etc)</a:t>
            </a:r>
          </a:p>
          <a:p>
            <a:pPr marL="285750" indent="-285750">
              <a:buFont typeface="Arial" panose="020B0604020202020204" pitchFamily="34" charset="0"/>
              <a:buChar char="•"/>
            </a:pPr>
            <a:r>
              <a:rPr lang="en-GB" dirty="0"/>
              <a:t>PDF, print</a:t>
            </a:r>
          </a:p>
          <a:p>
            <a:pPr marL="285750" indent="-285750">
              <a:buFont typeface="Arial" panose="020B0604020202020204" pitchFamily="34" charset="0"/>
              <a:buChar char="•"/>
            </a:pPr>
            <a:r>
              <a:rPr lang="en-GB" dirty="0"/>
              <a:t>Export to excel, ppt and pdf must look best in class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662751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icture 4">
            <a:extLst>
              <a:ext uri="{FF2B5EF4-FFF2-40B4-BE49-F238E27FC236}">
                <a16:creationId xmlns:a16="http://schemas.microsoft.com/office/drawing/2014/main" id="{0A7D4D69-9E48-FEFF-4F28-E463E80D5E7B}"/>
              </a:ext>
            </a:extLst>
          </p:cNvPr>
          <p:cNvPicPr>
            <a:picLocks noChangeAspect="1"/>
          </p:cNvPicPr>
          <p:nvPr/>
        </p:nvPicPr>
        <p:blipFill>
          <a:blip r:embed="rId2"/>
          <a:srcRect b="20147"/>
          <a:stretch>
            <a:fillRect/>
          </a:stretch>
        </p:blipFill>
        <p:spPr>
          <a:xfrm>
            <a:off x="385646" y="1507585"/>
            <a:ext cx="9679663" cy="5101444"/>
          </a:xfrm>
          <a:prstGeom prst="rect">
            <a:avLst/>
          </a:prstGeom>
          <a:ln w="12700">
            <a:solidFill>
              <a:schemeClr val="bg2"/>
            </a:solidFill>
            <a:miter lim="400000"/>
          </a:ln>
        </p:spPr>
      </p:pic>
      <p:sp>
        <p:nvSpPr>
          <p:cNvPr id="3" name="TextBox 2">
            <a:extLst>
              <a:ext uri="{FF2B5EF4-FFF2-40B4-BE49-F238E27FC236}">
                <a16:creationId xmlns:a16="http://schemas.microsoft.com/office/drawing/2014/main" id="{B6F6A90E-9208-EE14-0297-058F863CB601}"/>
              </a:ext>
            </a:extLst>
          </p:cNvPr>
          <p:cNvSpPr txBox="1"/>
          <p:nvPr/>
        </p:nvSpPr>
        <p:spPr>
          <a:xfrm>
            <a:off x="271604" y="48078"/>
            <a:ext cx="9793705" cy="1446550"/>
          </a:xfrm>
          <a:prstGeom prst="rect">
            <a:avLst/>
          </a:prstGeom>
          <a:noFill/>
        </p:spPr>
        <p:txBody>
          <a:bodyPr wrap="square">
            <a:spAutoFit/>
          </a:bodyPr>
          <a:lstStyle/>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Reports layout should be similar to the below but with a set of canned reports available to choose from at the top: status, dashboard – to be defined later</a:t>
            </a:r>
          </a:p>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Export button needs to include excel and </a:t>
            </a:r>
            <a:r>
              <a:rPr lang="en-GB" sz="1000" dirty="0" err="1">
                <a:latin typeface="Calibri" panose="020F0502020204030204" pitchFamily="34" charset="0"/>
                <a:ea typeface="Calibri" panose="020F0502020204030204" pitchFamily="34" charset="0"/>
                <a:cs typeface="Calibri" panose="020F0502020204030204" pitchFamily="34" charset="0"/>
              </a:rPr>
              <a:t>powerpoint</a:t>
            </a:r>
            <a:r>
              <a:rPr lang="en-GB" sz="1000" dirty="0">
                <a:latin typeface="Calibri" panose="020F0502020204030204" pitchFamily="34" charset="0"/>
                <a:ea typeface="Calibri" panose="020F0502020204030204" pitchFamily="34" charset="0"/>
                <a:cs typeface="Calibri" panose="020F0502020204030204" pitchFamily="34" charset="0"/>
              </a:rPr>
              <a:t> options and the results of these exports need to look best in class, boardroom ready. </a:t>
            </a:r>
          </a:p>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Preview structure to remain the same but more professionally presented (shading is currently looking random). Needs more helpful timeline, more room for titles and headers, more professional looking borders and some options for headers and borders – as are available in </a:t>
            </a:r>
            <a:r>
              <a:rPr lang="en-GB" sz="1000" dirty="0" err="1">
                <a:latin typeface="Calibri" panose="020F0502020204030204" pitchFamily="34" charset="0"/>
                <a:ea typeface="Calibri" panose="020F0502020204030204" pitchFamily="34" charset="0"/>
                <a:cs typeface="Calibri" panose="020F0502020204030204" pitchFamily="34" charset="0"/>
              </a:rPr>
              <a:t>powerpoint</a:t>
            </a:r>
            <a:endParaRPr lang="en-GB"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000" dirty="0">
                <a:latin typeface="Calibri" panose="020F0502020204030204" pitchFamily="34" charset="0"/>
                <a:ea typeface="Calibri" panose="020F0502020204030204" pitchFamily="34" charset="0"/>
                <a:cs typeface="Calibri" panose="020F0502020204030204" pitchFamily="34" charset="0"/>
              </a:rPr>
              <a:t>Report builder panel should be built in same structure but below screenshot has cut off the preview button.  Icons next to field names need to be removed, they are not helpful and take up too much room.</a:t>
            </a:r>
          </a:p>
          <a:p>
            <a:endParaRPr lang="en-GB"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800" dirty="0"/>
          </a:p>
        </p:txBody>
      </p:sp>
    </p:spTree>
    <p:extLst>
      <p:ext uri="{BB962C8B-B14F-4D97-AF65-F5344CB8AC3E}">
        <p14:creationId xmlns:p14="http://schemas.microsoft.com/office/powerpoint/2010/main" val="3544045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48082-27DE-8FC4-A401-D5E3D4456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D626F-CD6D-48DA-4AFF-EC39607C5CB1}"/>
              </a:ext>
            </a:extLst>
          </p:cNvPr>
          <p:cNvSpPr>
            <a:spLocks noGrp="1"/>
          </p:cNvSpPr>
          <p:nvPr>
            <p:ph type="title"/>
          </p:nvPr>
        </p:nvSpPr>
        <p:spPr/>
        <p:txBody>
          <a:bodyPr/>
          <a:lstStyle/>
          <a:p>
            <a:r>
              <a:rPr lang="en-GB" dirty="0"/>
              <a:t>Change Control</a:t>
            </a:r>
          </a:p>
        </p:txBody>
      </p:sp>
      <p:sp>
        <p:nvSpPr>
          <p:cNvPr id="3" name="Text Placeholder 2">
            <a:extLst>
              <a:ext uri="{FF2B5EF4-FFF2-40B4-BE49-F238E27FC236}">
                <a16:creationId xmlns:a16="http://schemas.microsoft.com/office/drawing/2014/main" id="{182A6B35-3A84-CD44-06B9-A3C038B5EDD8}"/>
              </a:ext>
            </a:extLst>
          </p:cNvPr>
          <p:cNvSpPr>
            <a:spLocks noGrp="1"/>
          </p:cNvSpPr>
          <p:nvPr>
            <p:ph type="body" idx="1"/>
          </p:nvPr>
        </p:nvSpPr>
        <p:spPr>
          <a:xfrm>
            <a:off x="838199" y="1442334"/>
            <a:ext cx="3600000" cy="576262"/>
          </a:xfrm>
        </p:spPr>
        <p:txBody>
          <a:bodyPr/>
          <a:lstStyle/>
          <a:p>
            <a:r>
              <a:rPr lang="en-GB" dirty="0"/>
              <a:t>Audit Log</a:t>
            </a:r>
          </a:p>
        </p:txBody>
      </p:sp>
      <p:sp>
        <p:nvSpPr>
          <p:cNvPr id="4" name="Text Placeholder 3">
            <a:extLst>
              <a:ext uri="{FF2B5EF4-FFF2-40B4-BE49-F238E27FC236}">
                <a16:creationId xmlns:a16="http://schemas.microsoft.com/office/drawing/2014/main" id="{06171A13-E68F-8E79-A838-FCE88CBBFA94}"/>
              </a:ext>
            </a:extLst>
          </p:cNvPr>
          <p:cNvSpPr>
            <a:spLocks noGrp="1"/>
          </p:cNvSpPr>
          <p:nvPr>
            <p:ph type="body" sz="half" idx="15"/>
          </p:nvPr>
        </p:nvSpPr>
        <p:spPr>
          <a:xfrm>
            <a:off x="244444" y="2081967"/>
            <a:ext cx="4213271" cy="3807517"/>
          </a:xfrm>
        </p:spPr>
        <p:txBody>
          <a:bodyPr>
            <a:normAutofit/>
          </a:bodyPr>
          <a:lstStyle/>
          <a:p>
            <a:r>
              <a:rPr lang="en-GB" dirty="0"/>
              <a:t>Each field change is captured on the change audit log. Changes are flagged as below and filterable: </a:t>
            </a:r>
          </a:p>
          <a:p>
            <a:pPr marL="285750" indent="-285750">
              <a:buFont typeface="Arial" panose="020B0604020202020204" pitchFamily="34" charset="0"/>
              <a:buChar char="•"/>
            </a:pPr>
            <a:r>
              <a:rPr lang="en-GB" dirty="0"/>
              <a:t>System generated changes</a:t>
            </a:r>
          </a:p>
          <a:p>
            <a:pPr marL="285750" indent="-285750">
              <a:buFont typeface="Arial" panose="020B0604020202020204" pitchFamily="34" charset="0"/>
              <a:buChar char="•"/>
            </a:pPr>
            <a:r>
              <a:rPr lang="en-GB" dirty="0"/>
              <a:t>Changes made as a result of a task relationship (e.g. predecessor)</a:t>
            </a:r>
          </a:p>
          <a:p>
            <a:pPr marL="285750" indent="-285750">
              <a:buFont typeface="Arial" panose="020B0604020202020204" pitchFamily="34" charset="0"/>
              <a:buChar char="•"/>
            </a:pPr>
            <a:r>
              <a:rPr lang="en-GB" dirty="0"/>
              <a:t>Baseline &amp; re-baseline</a:t>
            </a:r>
          </a:p>
          <a:p>
            <a:pPr marL="285750" indent="-285750">
              <a:buFont typeface="Arial" panose="020B0604020202020204" pitchFamily="34" charset="0"/>
              <a:buChar char="•"/>
            </a:pPr>
            <a:r>
              <a:rPr lang="en-GB" dirty="0"/>
              <a:t>Text changes (e.g. task name changes)</a:t>
            </a:r>
          </a:p>
          <a:p>
            <a:pPr marL="285750" indent="-285750">
              <a:buFont typeface="Arial" panose="020B0604020202020204" pitchFamily="34" charset="0"/>
              <a:buChar char="•"/>
            </a:pPr>
            <a:r>
              <a:rPr lang="en-GB" dirty="0"/>
              <a:t>Dependency</a:t>
            </a:r>
          </a:p>
          <a:p>
            <a:pPr marL="285750" indent="-285750">
              <a:buFont typeface="Arial" panose="020B0604020202020204" pitchFamily="34" charset="0"/>
              <a:buChar char="•"/>
            </a:pPr>
            <a:r>
              <a:rPr lang="en-GB" dirty="0"/>
              <a:t>Change Management</a:t>
            </a:r>
          </a:p>
          <a:p>
            <a:r>
              <a:rPr lang="en-GB" dirty="0"/>
              <a:t>Audit log is exportable to </a:t>
            </a:r>
            <a:r>
              <a:rPr lang="en-GB" dirty="0" err="1"/>
              <a:t>MSexcel</a:t>
            </a:r>
            <a:endParaRPr lang="en-GB" dirty="0"/>
          </a:p>
        </p:txBody>
      </p:sp>
      <p:sp>
        <p:nvSpPr>
          <p:cNvPr id="5" name="Text Placeholder 4">
            <a:extLst>
              <a:ext uri="{FF2B5EF4-FFF2-40B4-BE49-F238E27FC236}">
                <a16:creationId xmlns:a16="http://schemas.microsoft.com/office/drawing/2014/main" id="{C2A4CE08-3FD3-5E1A-9A7C-C5A2888FBFF2}"/>
              </a:ext>
            </a:extLst>
          </p:cNvPr>
          <p:cNvSpPr>
            <a:spLocks noGrp="1"/>
          </p:cNvSpPr>
          <p:nvPr>
            <p:ph type="body" sz="quarter" idx="3"/>
          </p:nvPr>
        </p:nvSpPr>
        <p:spPr>
          <a:xfrm>
            <a:off x="4342671" y="1442334"/>
            <a:ext cx="3600000" cy="576262"/>
          </a:xfrm>
        </p:spPr>
        <p:txBody>
          <a:bodyPr/>
          <a:lstStyle/>
          <a:p>
            <a:r>
              <a:rPr lang="en-GB" dirty="0"/>
              <a:t>Approval Threshold</a:t>
            </a:r>
          </a:p>
        </p:txBody>
      </p:sp>
      <p:sp>
        <p:nvSpPr>
          <p:cNvPr id="6" name="Text Placeholder 5">
            <a:extLst>
              <a:ext uri="{FF2B5EF4-FFF2-40B4-BE49-F238E27FC236}">
                <a16:creationId xmlns:a16="http://schemas.microsoft.com/office/drawing/2014/main" id="{C5646C32-0310-EC8C-8418-0872FFD7EFB6}"/>
              </a:ext>
            </a:extLst>
          </p:cNvPr>
          <p:cNvSpPr>
            <a:spLocks noGrp="1"/>
          </p:cNvSpPr>
          <p:nvPr>
            <p:ph type="body" sz="half" idx="16"/>
          </p:nvPr>
        </p:nvSpPr>
        <p:spPr>
          <a:xfrm>
            <a:off x="4255129" y="1973326"/>
            <a:ext cx="3697299" cy="4771506"/>
          </a:xfrm>
        </p:spPr>
        <p:txBody>
          <a:bodyPr>
            <a:noAutofit/>
          </a:bodyPr>
          <a:lstStyle/>
          <a:p>
            <a:r>
              <a:rPr lang="en-GB" dirty="0"/>
              <a:t>The approval threshold is set up in the change screen in Settings. It can be applied to any attribute. Date changes is the default choice. The period or calendar date can then be set.</a:t>
            </a:r>
          </a:p>
          <a:p>
            <a:r>
              <a:rPr lang="en-GB" b="1" u="sng" dirty="0"/>
              <a:t>Different thresholds can be set for different projects</a:t>
            </a:r>
            <a:endParaRPr lang="en-GB" dirty="0"/>
          </a:p>
          <a:p>
            <a:r>
              <a:rPr lang="en-GB" dirty="0"/>
              <a:t>When the threshold is breached, the below actions happen:</a:t>
            </a:r>
          </a:p>
          <a:p>
            <a:pPr marL="285750" indent="-285750">
              <a:buFont typeface="Arial" panose="020B0604020202020204" pitchFamily="34" charset="0"/>
              <a:buChar char="•"/>
            </a:pPr>
            <a:r>
              <a:rPr lang="en-GB" dirty="0"/>
              <a:t>Change log item will be created, approval column = ‘Required’</a:t>
            </a:r>
          </a:p>
          <a:p>
            <a:pPr marL="285750" indent="-285750">
              <a:buFont typeface="Arial" panose="020B0604020202020204" pitchFamily="34" charset="0"/>
              <a:buChar char="•"/>
            </a:pPr>
            <a:r>
              <a:rPr lang="en-GB" dirty="0"/>
              <a:t>CR form will be generated and auto-populated (optional) </a:t>
            </a:r>
          </a:p>
          <a:p>
            <a:pPr marL="285750" indent="-285750">
              <a:buFont typeface="Arial" panose="020B0604020202020204" pitchFamily="34" charset="0"/>
              <a:buChar char="•"/>
            </a:pPr>
            <a:r>
              <a:rPr lang="en-GB" dirty="0"/>
              <a:t>Task in the plan will have a status change to red, a CC flag will appear, text will change to italic and the font and </a:t>
            </a:r>
            <a:r>
              <a:rPr lang="en-GB" dirty="0" err="1"/>
              <a:t>gantt</a:t>
            </a:r>
            <a:r>
              <a:rPr lang="en-GB" dirty="0"/>
              <a:t> will appear paler</a:t>
            </a:r>
          </a:p>
          <a:p>
            <a:pPr marL="285750" indent="-285750">
              <a:buFont typeface="Arial" panose="020B0604020202020204" pitchFamily="34" charset="0"/>
              <a:buChar char="•"/>
            </a:pPr>
            <a:r>
              <a:rPr lang="en-GB" dirty="0"/>
              <a:t>Risk or issue will be logged with AI generated text. User to update commentary for reason</a:t>
            </a:r>
          </a:p>
        </p:txBody>
      </p:sp>
      <p:sp>
        <p:nvSpPr>
          <p:cNvPr id="7" name="Text Placeholder 6">
            <a:extLst>
              <a:ext uri="{FF2B5EF4-FFF2-40B4-BE49-F238E27FC236}">
                <a16:creationId xmlns:a16="http://schemas.microsoft.com/office/drawing/2014/main" id="{D404198D-C442-9EDF-48F0-BD379D6F5DF0}"/>
              </a:ext>
            </a:extLst>
          </p:cNvPr>
          <p:cNvSpPr>
            <a:spLocks noGrp="1"/>
          </p:cNvSpPr>
          <p:nvPr>
            <p:ph type="body" sz="quarter" idx="13"/>
          </p:nvPr>
        </p:nvSpPr>
        <p:spPr>
          <a:xfrm>
            <a:off x="7847142" y="1442334"/>
            <a:ext cx="3179979" cy="576262"/>
          </a:xfrm>
        </p:spPr>
        <p:txBody>
          <a:bodyPr/>
          <a:lstStyle/>
          <a:p>
            <a:r>
              <a:rPr lang="en-GB" dirty="0"/>
              <a:t>Change Workflow</a:t>
            </a:r>
          </a:p>
        </p:txBody>
      </p:sp>
      <p:sp>
        <p:nvSpPr>
          <p:cNvPr id="8" name="Text Placeholder 7">
            <a:extLst>
              <a:ext uri="{FF2B5EF4-FFF2-40B4-BE49-F238E27FC236}">
                <a16:creationId xmlns:a16="http://schemas.microsoft.com/office/drawing/2014/main" id="{4003A912-3835-6EEB-7ADA-2C9C4D4B12E3}"/>
              </a:ext>
            </a:extLst>
          </p:cNvPr>
          <p:cNvSpPr>
            <a:spLocks noGrp="1"/>
          </p:cNvSpPr>
          <p:nvPr>
            <p:ph type="body" sz="half" idx="17"/>
          </p:nvPr>
        </p:nvSpPr>
        <p:spPr>
          <a:xfrm>
            <a:off x="7847141" y="1973326"/>
            <a:ext cx="4203514" cy="4300725"/>
          </a:xfrm>
        </p:spPr>
        <p:txBody>
          <a:bodyPr>
            <a:noAutofit/>
          </a:bodyPr>
          <a:lstStyle/>
          <a:p>
            <a:r>
              <a:rPr lang="en-GB" dirty="0"/>
              <a:t>Change log item status defaults to ‘Required’ when threshold has been breached. User has below options:</a:t>
            </a:r>
          </a:p>
          <a:p>
            <a:pPr marL="342900" indent="-342900">
              <a:buFont typeface="+mj-lt"/>
              <a:buAutoNum type="arabicPeriod"/>
            </a:pPr>
            <a:r>
              <a:rPr lang="en-GB" dirty="0"/>
              <a:t>Ignore and remove CC flag, this will revert RAG and formatting. It will update the Change log item status to ‘User Override’</a:t>
            </a:r>
          </a:p>
          <a:p>
            <a:pPr marL="342900" indent="-342900">
              <a:buFont typeface="+mj-lt"/>
              <a:buAutoNum type="arabicPeriod"/>
            </a:pPr>
            <a:r>
              <a:rPr lang="en-GB" dirty="0"/>
              <a:t>Work through change process:</a:t>
            </a:r>
          </a:p>
          <a:p>
            <a:pPr marL="857250" lvl="1" indent="-400050">
              <a:buFont typeface="+mj-lt"/>
              <a:buAutoNum type="romanUcPeriod"/>
            </a:pPr>
            <a:r>
              <a:rPr lang="en-GB" sz="1400" dirty="0"/>
              <a:t>Comment on reason for change</a:t>
            </a:r>
          </a:p>
          <a:p>
            <a:pPr marL="857250" lvl="1" indent="-400050">
              <a:buFont typeface="+mj-lt"/>
              <a:buAutoNum type="romanUcPeriod"/>
            </a:pPr>
            <a:r>
              <a:rPr lang="en-GB" sz="1400" dirty="0"/>
              <a:t>Seek approval decision, [Outside Lyra], supported by CR form generated by Lyra, optional.</a:t>
            </a:r>
          </a:p>
          <a:p>
            <a:pPr marL="857250" lvl="1" indent="-400050">
              <a:buFont typeface="+mj-lt"/>
              <a:buAutoNum type="romanUcPeriod"/>
            </a:pPr>
            <a:r>
              <a:rPr lang="en-GB" sz="1400" dirty="0"/>
              <a:t>Log approval decision. Approved will update the plan: re-baselining the task to Green. User can upload the evidence of approval and/or comments to the individual change item</a:t>
            </a:r>
          </a:p>
        </p:txBody>
      </p:sp>
    </p:spTree>
    <p:extLst>
      <p:ext uri="{BB962C8B-B14F-4D97-AF65-F5344CB8AC3E}">
        <p14:creationId xmlns:p14="http://schemas.microsoft.com/office/powerpoint/2010/main" val="1552096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8D13D-D1DD-2661-2AC6-5AAF4BEEFC3C}"/>
              </a:ext>
            </a:extLst>
          </p:cNvPr>
          <p:cNvSpPr>
            <a:spLocks noGrp="1"/>
          </p:cNvSpPr>
          <p:nvPr>
            <p:ph type="title"/>
          </p:nvPr>
        </p:nvSpPr>
        <p:spPr/>
        <p:txBody>
          <a:bodyPr/>
          <a:lstStyle/>
          <a:p>
            <a:r>
              <a:rPr lang="en-GB" dirty="0"/>
              <a:t>Automated plan generation</a:t>
            </a:r>
          </a:p>
        </p:txBody>
      </p:sp>
      <p:sp>
        <p:nvSpPr>
          <p:cNvPr id="3" name="Content Placeholder 2">
            <a:extLst>
              <a:ext uri="{FF2B5EF4-FFF2-40B4-BE49-F238E27FC236}">
                <a16:creationId xmlns:a16="http://schemas.microsoft.com/office/drawing/2014/main" id="{1C5D38CC-3F63-6EE2-5628-D7886BBEDF25}"/>
              </a:ext>
            </a:extLst>
          </p:cNvPr>
          <p:cNvSpPr>
            <a:spLocks noGrp="1"/>
          </p:cNvSpPr>
          <p:nvPr>
            <p:ph idx="1"/>
          </p:nvPr>
        </p:nvSpPr>
        <p:spPr/>
        <p:txBody>
          <a:bodyPr>
            <a:normAutofit fontScale="70000" lnSpcReduction="20000"/>
          </a:bodyPr>
          <a:lstStyle/>
          <a:p>
            <a:pPr marL="514350" indent="-514350">
              <a:buFont typeface="+mj-lt"/>
              <a:buAutoNum type="arabicPeriod"/>
            </a:pPr>
            <a:r>
              <a:rPr lang="en-GB" dirty="0"/>
              <a:t>User uploads existing project documentation: SOWs, meeting minutes, contract, mandate, etc.</a:t>
            </a:r>
          </a:p>
          <a:p>
            <a:pPr marL="0" indent="0">
              <a:buNone/>
            </a:pPr>
            <a:r>
              <a:rPr lang="en-GB" i="1" dirty="0"/>
              <a:t>Assumption is that the data in these documents will cover enough information for Lyra to populate the eight default attributes: [This worked when we used Claude at Trimstone – we had loads of docs for it to base the data on and it produced something really helpful]</a:t>
            </a:r>
          </a:p>
          <a:p>
            <a:pPr lvl="2" indent="-457200" fontAlgn="b">
              <a:buFont typeface="+mj-lt"/>
              <a:buAutoNum type="arabicPeriod"/>
            </a:pPr>
            <a:r>
              <a:rPr lang="en-GB" b="0" i="0" u="none" strike="noStrike" kern="1200" dirty="0">
                <a:effectLst/>
                <a:latin typeface="Corbel" panose="020B0503020204020204" pitchFamily="34" charset="0"/>
              </a:rPr>
              <a:t>Portfolio</a:t>
            </a:r>
            <a:endParaRPr lang="en-GB" sz="2800" b="0" i="0" u="none" strike="noStrike" dirty="0">
              <a:effectLst/>
              <a:latin typeface="Arial" panose="020B0604020202020204" pitchFamily="34" charset="0"/>
            </a:endParaRPr>
          </a:p>
          <a:p>
            <a:pPr lvl="2" indent="-457200" fontAlgn="b">
              <a:buFont typeface="+mj-lt"/>
              <a:buAutoNum type="arabicPeriod"/>
            </a:pPr>
            <a:r>
              <a:rPr lang="en-GB" b="0" i="0" u="none" strike="noStrike" kern="1200" dirty="0">
                <a:effectLst/>
                <a:latin typeface="Corbel" panose="020B0503020204020204" pitchFamily="34" charset="0"/>
              </a:rPr>
              <a:t>Programme</a:t>
            </a:r>
            <a:endParaRPr lang="en-GB" sz="2800" b="0" i="0" u="none" strike="noStrike" dirty="0">
              <a:effectLst/>
              <a:latin typeface="Arial" panose="020B0604020202020204" pitchFamily="34" charset="0"/>
            </a:endParaRPr>
          </a:p>
          <a:p>
            <a:pPr lvl="2" indent="-457200" fontAlgn="b">
              <a:buFont typeface="+mj-lt"/>
              <a:buAutoNum type="arabicPeriod"/>
            </a:pPr>
            <a:r>
              <a:rPr lang="en-GB" b="0" i="0" u="none" strike="noStrike" kern="1200" dirty="0">
                <a:effectLst/>
                <a:latin typeface="Corbel" panose="020B0503020204020204" pitchFamily="34" charset="0"/>
              </a:rPr>
              <a:t>Project</a:t>
            </a:r>
            <a:endParaRPr lang="en-GB" sz="2800" b="0" i="0" u="none" strike="noStrike" dirty="0">
              <a:effectLst/>
              <a:latin typeface="Arial" panose="020B0604020202020204" pitchFamily="34" charset="0"/>
            </a:endParaRPr>
          </a:p>
          <a:p>
            <a:pPr lvl="2" indent="-457200" fontAlgn="b">
              <a:buFont typeface="+mj-lt"/>
              <a:buAutoNum type="arabicPeriod"/>
            </a:pPr>
            <a:r>
              <a:rPr lang="en-GB" b="0" i="0" u="none" strike="noStrike" kern="1200" dirty="0">
                <a:effectLst/>
                <a:latin typeface="Corbel" panose="020B0503020204020204" pitchFamily="34" charset="0"/>
              </a:rPr>
              <a:t>Task name</a:t>
            </a:r>
            <a:endParaRPr lang="en-GB" sz="2800" b="0" i="0" u="none" strike="noStrike" dirty="0">
              <a:effectLst/>
              <a:latin typeface="Arial" panose="020B0604020202020204" pitchFamily="34" charset="0"/>
            </a:endParaRPr>
          </a:p>
          <a:p>
            <a:pPr lvl="2" indent="-457200" fontAlgn="b">
              <a:buFont typeface="+mj-lt"/>
              <a:buAutoNum type="arabicPeriod"/>
            </a:pPr>
            <a:r>
              <a:rPr lang="en-GB" b="0" i="0" u="none" strike="noStrike" kern="1200" dirty="0">
                <a:effectLst/>
                <a:latin typeface="Corbel" panose="020B0503020204020204" pitchFamily="34" charset="0"/>
              </a:rPr>
              <a:t>Start Date</a:t>
            </a:r>
            <a:endParaRPr lang="en-GB" sz="2800" b="0" i="0" u="none" strike="noStrike" dirty="0">
              <a:effectLst/>
              <a:latin typeface="Arial" panose="020B0604020202020204" pitchFamily="34" charset="0"/>
            </a:endParaRPr>
          </a:p>
          <a:p>
            <a:pPr lvl="2" indent="-457200" fontAlgn="b">
              <a:buFont typeface="+mj-lt"/>
              <a:buAutoNum type="arabicPeriod"/>
            </a:pPr>
            <a:r>
              <a:rPr lang="en-GB" b="0" i="0" u="none" strike="noStrike" kern="1200" dirty="0">
                <a:effectLst/>
                <a:latin typeface="Corbel" panose="020B0503020204020204" pitchFamily="34" charset="0"/>
              </a:rPr>
              <a:t>Finish Date</a:t>
            </a:r>
            <a:endParaRPr lang="en-GB" sz="2800" b="0" i="0" u="none" strike="noStrike" dirty="0">
              <a:effectLst/>
              <a:latin typeface="Arial" panose="020B0604020202020204" pitchFamily="34" charset="0"/>
            </a:endParaRPr>
          </a:p>
          <a:p>
            <a:pPr lvl="2" indent="-457200" fontAlgn="b">
              <a:buFont typeface="+mj-lt"/>
              <a:buAutoNum type="arabicPeriod"/>
            </a:pPr>
            <a:r>
              <a:rPr lang="en-GB" b="0" i="0" u="none" strike="noStrike" kern="1200" dirty="0">
                <a:effectLst/>
                <a:latin typeface="Corbel" panose="020B0503020204020204" pitchFamily="34" charset="0"/>
              </a:rPr>
              <a:t>Status</a:t>
            </a:r>
            <a:endParaRPr lang="en-GB" sz="2800" b="0" i="0" u="none" strike="noStrike" dirty="0">
              <a:effectLst/>
              <a:latin typeface="Arial" panose="020B0604020202020204" pitchFamily="34" charset="0"/>
            </a:endParaRPr>
          </a:p>
          <a:p>
            <a:pPr lvl="2" indent="-457200" fontAlgn="b">
              <a:buFont typeface="+mj-lt"/>
              <a:buAutoNum type="arabicPeriod"/>
            </a:pPr>
            <a:r>
              <a:rPr lang="en-GB" b="0" i="0" u="none" strike="noStrike" kern="1200" dirty="0">
                <a:effectLst/>
                <a:latin typeface="Corbel" panose="020B0503020204020204" pitchFamily="34" charset="0"/>
              </a:rPr>
              <a:t>% Complete</a:t>
            </a:r>
            <a:endParaRPr lang="en-GB" dirty="0"/>
          </a:p>
          <a:p>
            <a:pPr marL="514350" indent="-514350">
              <a:buFont typeface="+mj-lt"/>
              <a:buAutoNum type="arabicPeriod" startAt="2"/>
            </a:pPr>
            <a:r>
              <a:rPr lang="en-GB" dirty="0"/>
              <a:t>The structure: Portfolio &gt; Programme &gt; Project &gt; Workstream will be estimated by Lyra and presented to the user to review, edit and confirm. </a:t>
            </a:r>
          </a:p>
          <a:p>
            <a:pPr marL="514350" indent="-514350">
              <a:buFont typeface="+mj-lt"/>
              <a:buAutoNum type="arabicPeriod" startAt="3"/>
            </a:pPr>
            <a:r>
              <a:rPr lang="en-GB" dirty="0"/>
              <a:t>User confirms</a:t>
            </a:r>
          </a:p>
          <a:p>
            <a:pPr marL="0" indent="0">
              <a:buNone/>
            </a:pPr>
            <a:r>
              <a:rPr lang="en-GB" dirty="0"/>
              <a:t>Lyra drafts a full plan for the user to edit. </a:t>
            </a:r>
          </a:p>
        </p:txBody>
      </p:sp>
      <p:sp>
        <p:nvSpPr>
          <p:cNvPr id="4" name="Arrow: Right 3">
            <a:extLst>
              <a:ext uri="{FF2B5EF4-FFF2-40B4-BE49-F238E27FC236}">
                <a16:creationId xmlns:a16="http://schemas.microsoft.com/office/drawing/2014/main" id="{FFD1037C-1241-E112-0619-41278F6993E0}"/>
              </a:ext>
            </a:extLst>
          </p:cNvPr>
          <p:cNvSpPr/>
          <p:nvPr/>
        </p:nvSpPr>
        <p:spPr>
          <a:xfrm>
            <a:off x="654501" y="5505372"/>
            <a:ext cx="465499" cy="3349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78187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71469-2E52-E1DC-ADC4-D633AF0E075B}"/>
              </a:ext>
            </a:extLst>
          </p:cNvPr>
          <p:cNvSpPr>
            <a:spLocks noGrp="1"/>
          </p:cNvSpPr>
          <p:nvPr>
            <p:ph type="ctrTitle"/>
          </p:nvPr>
        </p:nvSpPr>
        <p:spPr>
          <a:xfrm>
            <a:off x="1472608" y="1380564"/>
            <a:ext cx="4561369" cy="2346229"/>
          </a:xfrm>
        </p:spPr>
        <p:txBody>
          <a:bodyPr anchor="b">
            <a:normAutofit/>
          </a:bodyPr>
          <a:lstStyle/>
          <a:p>
            <a:r>
              <a:rPr lang="en-GB" sz="3200">
                <a:solidFill>
                  <a:srgbClr val="595959"/>
                </a:solidFill>
              </a:rPr>
              <a:t>Change Control</a:t>
            </a:r>
          </a:p>
        </p:txBody>
      </p:sp>
      <p:sp>
        <p:nvSpPr>
          <p:cNvPr id="3" name="Subtitle 2">
            <a:extLst>
              <a:ext uri="{FF2B5EF4-FFF2-40B4-BE49-F238E27FC236}">
                <a16:creationId xmlns:a16="http://schemas.microsoft.com/office/drawing/2014/main" id="{32D79889-D0F2-31BE-7ED1-CD2B1C20B52F}"/>
              </a:ext>
            </a:extLst>
          </p:cNvPr>
          <p:cNvSpPr>
            <a:spLocks noGrp="1"/>
          </p:cNvSpPr>
          <p:nvPr>
            <p:ph type="subTitle" idx="1"/>
          </p:nvPr>
        </p:nvSpPr>
        <p:spPr>
          <a:xfrm>
            <a:off x="1472608" y="4061345"/>
            <a:ext cx="4561369" cy="1416090"/>
          </a:xfrm>
        </p:spPr>
        <p:txBody>
          <a:bodyPr anchor="t">
            <a:normAutofit/>
          </a:bodyPr>
          <a:lstStyle/>
          <a:p>
            <a:r>
              <a:rPr lang="en-GB" sz="1400">
                <a:solidFill>
                  <a:srgbClr val="595959"/>
                </a:solidFill>
              </a:rPr>
              <a:t>Lyra</a:t>
            </a:r>
          </a:p>
        </p:txBody>
      </p:sp>
      <p:pic>
        <p:nvPicPr>
          <p:cNvPr id="5" name="Picture 4">
            <a:extLst>
              <a:ext uri="{FF2B5EF4-FFF2-40B4-BE49-F238E27FC236}">
                <a16:creationId xmlns:a16="http://schemas.microsoft.com/office/drawing/2014/main" id="{26EC0787-7D40-9F10-46C7-D40147CEDE48}"/>
              </a:ext>
            </a:extLst>
          </p:cNvPr>
          <p:cNvPicPr>
            <a:picLocks noChangeAspect="1"/>
          </p:cNvPicPr>
          <p:nvPr/>
        </p:nvPicPr>
        <p:blipFill>
          <a:blip r:embed="rId2">
            <a:extLst>
              <a:ext uri="{28A0092B-C50C-407E-A947-70E740481C1C}">
                <a14:useLocalDpi xmlns:a14="http://schemas.microsoft.com/office/drawing/2010/main" val="0"/>
              </a:ext>
            </a:extLst>
          </a:blip>
          <a:srcRect t="21886" b="21864"/>
          <a:stretch>
            <a:fillRect/>
          </a:stretch>
        </p:blipFill>
        <p:spPr>
          <a:xfrm>
            <a:off x="6810935" y="2298817"/>
            <a:ext cx="4018430" cy="2260366"/>
          </a:xfrm>
          <a:prstGeom prst="rect">
            <a:avLst/>
          </a:prstGeom>
        </p:spPr>
      </p:pic>
    </p:spTree>
    <p:extLst>
      <p:ext uri="{BB962C8B-B14F-4D97-AF65-F5344CB8AC3E}">
        <p14:creationId xmlns:p14="http://schemas.microsoft.com/office/powerpoint/2010/main" val="393307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A086AC7-A17B-9176-91A4-83E6A8C5A718}"/>
              </a:ext>
            </a:extLst>
          </p:cNvPr>
          <p:cNvGraphicFramePr/>
          <p:nvPr/>
        </p:nvGraphicFramePr>
        <p:xfrm>
          <a:off x="1719800" y="1847608"/>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F3B66923-CB6D-C444-5791-E72F5D865327}"/>
              </a:ext>
            </a:extLst>
          </p:cNvPr>
          <p:cNvSpPr txBox="1"/>
          <p:nvPr/>
        </p:nvSpPr>
        <p:spPr>
          <a:xfrm>
            <a:off x="229924" y="847005"/>
            <a:ext cx="8630221" cy="307777"/>
          </a:xfrm>
          <a:prstGeom prst="rect">
            <a:avLst/>
          </a:prstGeom>
          <a:noFill/>
        </p:spPr>
        <p:txBody>
          <a:bodyPr wrap="square" rtlCol="0" anchor="ctr">
            <a:spAutoFit/>
          </a:bodyPr>
          <a:lstStyle/>
          <a:p>
            <a:r>
              <a:rPr lang="en-GB" sz="1400" dirty="0"/>
              <a:t>Flex in this structure would be helpful &amp; to be explored later. E.g. sub programmes, sub projects.</a:t>
            </a:r>
          </a:p>
        </p:txBody>
      </p:sp>
      <p:sp>
        <p:nvSpPr>
          <p:cNvPr id="5" name="TextBox 4">
            <a:extLst>
              <a:ext uri="{FF2B5EF4-FFF2-40B4-BE49-F238E27FC236}">
                <a16:creationId xmlns:a16="http://schemas.microsoft.com/office/drawing/2014/main" id="{DC5EC135-042B-CB53-0A94-0C105B13AC4F}"/>
              </a:ext>
            </a:extLst>
          </p:cNvPr>
          <p:cNvSpPr txBox="1"/>
          <p:nvPr/>
        </p:nvSpPr>
        <p:spPr>
          <a:xfrm>
            <a:off x="229924" y="1324388"/>
            <a:ext cx="8630221" cy="307777"/>
          </a:xfrm>
          <a:prstGeom prst="rect">
            <a:avLst/>
          </a:prstGeom>
          <a:noFill/>
        </p:spPr>
        <p:txBody>
          <a:bodyPr wrap="square" rtlCol="0" anchor="ctr">
            <a:spAutoFit/>
          </a:bodyPr>
          <a:lstStyle/>
          <a:p>
            <a:r>
              <a:rPr lang="en-GB" sz="1400" dirty="0"/>
              <a:t>Principles – can be unlimited numbers of each of the horizontals e.g. unlimited portfolios, programmes etc</a:t>
            </a:r>
          </a:p>
        </p:txBody>
      </p:sp>
      <p:sp>
        <p:nvSpPr>
          <p:cNvPr id="6" name="TextBox 5">
            <a:extLst>
              <a:ext uri="{FF2B5EF4-FFF2-40B4-BE49-F238E27FC236}">
                <a16:creationId xmlns:a16="http://schemas.microsoft.com/office/drawing/2014/main" id="{5F45CD2E-AA35-9902-B481-21480BBB170F}"/>
              </a:ext>
            </a:extLst>
          </p:cNvPr>
          <p:cNvSpPr txBox="1"/>
          <p:nvPr/>
        </p:nvSpPr>
        <p:spPr>
          <a:xfrm>
            <a:off x="229924" y="231452"/>
            <a:ext cx="4397735" cy="615553"/>
          </a:xfrm>
          <a:prstGeom prst="rect">
            <a:avLst/>
          </a:prstGeom>
          <a:noFill/>
        </p:spPr>
        <p:txBody>
          <a:bodyPr wrap="square" rtlCol="0">
            <a:spAutoFit/>
          </a:bodyPr>
          <a:lstStyle/>
          <a:p>
            <a:r>
              <a:rPr lang="en-GB" sz="2000" b="1" dirty="0"/>
              <a:t>Lyra Plan Structure</a:t>
            </a:r>
          </a:p>
          <a:p>
            <a:endParaRPr lang="en-GB" sz="1400" dirty="0"/>
          </a:p>
        </p:txBody>
      </p:sp>
    </p:spTree>
    <p:extLst>
      <p:ext uri="{BB962C8B-B14F-4D97-AF65-F5344CB8AC3E}">
        <p14:creationId xmlns:p14="http://schemas.microsoft.com/office/powerpoint/2010/main" val="3188878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1CAD97-F138-CC5F-8BC4-F3F1C9C38267}"/>
              </a:ext>
            </a:extLst>
          </p:cNvPr>
          <p:cNvSpPr txBox="1"/>
          <p:nvPr/>
        </p:nvSpPr>
        <p:spPr>
          <a:xfrm>
            <a:off x="216569" y="233553"/>
            <a:ext cx="11079853" cy="4339650"/>
          </a:xfrm>
          <a:prstGeom prst="rect">
            <a:avLst/>
          </a:prstGeom>
          <a:noFill/>
        </p:spPr>
        <p:txBody>
          <a:bodyPr wrap="square" rtlCol="0">
            <a:spAutoFit/>
          </a:bodyPr>
          <a:lstStyle/>
          <a:p>
            <a:r>
              <a:rPr lang="en-GB" sz="1200" b="1" dirty="0"/>
              <a:t>Change Control.</a:t>
            </a:r>
          </a:p>
          <a:p>
            <a:r>
              <a:rPr lang="en-GB" sz="1200" b="1" dirty="0"/>
              <a:t>Lyra needs to cover 2 types of changes</a:t>
            </a:r>
          </a:p>
          <a:p>
            <a:r>
              <a:rPr lang="en-GB" sz="1200" b="1" dirty="0"/>
              <a:t>1 – running audit of changed fields – who changed what, when</a:t>
            </a:r>
          </a:p>
          <a:p>
            <a:r>
              <a:rPr lang="en-GB" sz="1200" b="1" dirty="0"/>
              <a:t>2 – changes that users care about – these will be changes that exceed a certain threshold and the following will cover this</a:t>
            </a:r>
          </a:p>
          <a:p>
            <a:endParaRPr lang="en-GB" sz="1200" dirty="0"/>
          </a:p>
          <a:p>
            <a:r>
              <a:rPr lang="en-GB" sz="1200" b="1" dirty="0"/>
              <a:t>Process / Principle of </a:t>
            </a:r>
            <a:r>
              <a:rPr lang="en-GB" sz="1200" dirty="0"/>
              <a:t>Tracking change over life of the entity (project/programme/task etc)</a:t>
            </a:r>
          </a:p>
          <a:p>
            <a:r>
              <a:rPr lang="en-GB" sz="1200" dirty="0"/>
              <a:t>User to have option to switch type 2 CC on or off. Having it switched on will create a level of admin.</a:t>
            </a:r>
          </a:p>
          <a:p>
            <a:r>
              <a:rPr lang="en-GB" sz="1200" b="1" dirty="0"/>
              <a:t>Purpose of the functionality is to – </a:t>
            </a:r>
          </a:p>
          <a:p>
            <a:pPr marL="342900" indent="-342900">
              <a:buFont typeface="+mj-lt"/>
              <a:buAutoNum type="arabicPeriod"/>
            </a:pPr>
            <a:r>
              <a:rPr lang="en-GB" sz="1200" dirty="0"/>
              <a:t>Give a warning of potential impact &amp; </a:t>
            </a:r>
          </a:p>
          <a:p>
            <a:pPr marL="342900" indent="-342900">
              <a:buFont typeface="+mj-lt"/>
              <a:buAutoNum type="arabicPeriod"/>
            </a:pPr>
            <a:r>
              <a:rPr lang="en-GB" sz="1200" dirty="0"/>
              <a:t>Give a retrospective visual of the changes over time </a:t>
            </a:r>
          </a:p>
          <a:p>
            <a:pPr marL="342900" indent="-342900">
              <a:buFont typeface="+mj-lt"/>
              <a:buAutoNum type="arabicPeriod"/>
            </a:pPr>
            <a:r>
              <a:rPr lang="en-GB" sz="1200" dirty="0"/>
              <a:t>Understand why things changed both in aggregation and retrospectively for future planning purposes</a:t>
            </a:r>
          </a:p>
          <a:p>
            <a:pPr marL="342900" indent="-342900">
              <a:buFont typeface="+mj-lt"/>
              <a:buAutoNum type="arabicPeriod"/>
            </a:pPr>
            <a:endParaRPr lang="en-GB" sz="1200" dirty="0"/>
          </a:p>
          <a:p>
            <a:r>
              <a:rPr lang="en-GB" sz="1200" b="1" dirty="0"/>
              <a:t>For point 1. Give a warning of potential impact:</a:t>
            </a:r>
          </a:p>
          <a:p>
            <a:r>
              <a:rPr lang="en-GB" sz="1200" dirty="0"/>
              <a:t>Assumption is that if CC is switched on that there is some process outside the system to review and make decisions on changes over certain thresholds (e.g. a change board). Users (PM’s, owners of each of the verticals in above) to decide what should go through this external process. These thresholds can be different at each vertical and within verticals (previous slide)</a:t>
            </a:r>
          </a:p>
          <a:p>
            <a:r>
              <a:rPr lang="en-GB" sz="1200" b="1" dirty="0"/>
              <a:t>Scope</a:t>
            </a:r>
          </a:p>
          <a:p>
            <a:r>
              <a:rPr lang="en-GB" sz="1200" dirty="0"/>
              <a:t>Baselined tasks. Tasks may be baselined in isolation. </a:t>
            </a:r>
          </a:p>
          <a:p>
            <a:r>
              <a:rPr lang="en-GB" sz="1200" dirty="0"/>
              <a:t>If a parent is baselined then the children are also baselined. </a:t>
            </a:r>
          </a:p>
          <a:p>
            <a:r>
              <a:rPr lang="en-GB" sz="1200" dirty="0"/>
              <a:t>One workstream can baseline ahead of another – and this is usually the case, more complex workstreams baselining later and workstreams closer to go-live baselining later.</a:t>
            </a:r>
          </a:p>
          <a:p>
            <a:r>
              <a:rPr lang="en-GB" sz="1200" b="1" dirty="0"/>
              <a:t>Out of scope</a:t>
            </a:r>
          </a:p>
          <a:p>
            <a:r>
              <a:rPr lang="en-GB" sz="1200" dirty="0"/>
              <a:t>Pre-baselined row items</a:t>
            </a:r>
            <a:r>
              <a:rPr lang="en-GB" sz="1200" b="1" dirty="0"/>
              <a:t> </a:t>
            </a:r>
          </a:p>
        </p:txBody>
      </p:sp>
    </p:spTree>
    <p:extLst>
      <p:ext uri="{BB962C8B-B14F-4D97-AF65-F5344CB8AC3E}">
        <p14:creationId xmlns:p14="http://schemas.microsoft.com/office/powerpoint/2010/main" val="2970077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FFBCC2-5CB9-3DC9-6DA5-033789FD7498}"/>
              </a:ext>
            </a:extLst>
          </p:cNvPr>
          <p:cNvSpPr txBox="1"/>
          <p:nvPr/>
        </p:nvSpPr>
        <p:spPr>
          <a:xfrm>
            <a:off x="175448" y="234882"/>
            <a:ext cx="5391163" cy="707886"/>
          </a:xfrm>
          <a:prstGeom prst="rect">
            <a:avLst/>
          </a:prstGeom>
          <a:noFill/>
        </p:spPr>
        <p:txBody>
          <a:bodyPr wrap="square" rtlCol="0">
            <a:spAutoFit/>
          </a:bodyPr>
          <a:lstStyle/>
          <a:p>
            <a:r>
              <a:rPr lang="en-GB" sz="2000" b="1" dirty="0"/>
              <a:t>Steps from mandate to 1</a:t>
            </a:r>
            <a:r>
              <a:rPr lang="en-GB" sz="2000" b="1" baseline="30000" dirty="0"/>
              <a:t>st</a:t>
            </a:r>
            <a:r>
              <a:rPr lang="en-GB" sz="2000" b="1" dirty="0"/>
              <a:t> baseline</a:t>
            </a:r>
          </a:p>
          <a:p>
            <a:endParaRPr lang="en-GB" sz="2000" b="1" dirty="0"/>
          </a:p>
        </p:txBody>
      </p:sp>
      <p:sp>
        <p:nvSpPr>
          <p:cNvPr id="140" name="Flowchart: Process 139">
            <a:extLst>
              <a:ext uri="{FF2B5EF4-FFF2-40B4-BE49-F238E27FC236}">
                <a16:creationId xmlns:a16="http://schemas.microsoft.com/office/drawing/2014/main" id="{3AE5D460-DF91-E35D-CB4F-2545B4005FDB}"/>
              </a:ext>
            </a:extLst>
          </p:cNvPr>
          <p:cNvSpPr/>
          <p:nvPr/>
        </p:nvSpPr>
        <p:spPr>
          <a:xfrm>
            <a:off x="10703800" y="635296"/>
            <a:ext cx="1312752" cy="497941"/>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User in Lyra</a:t>
            </a:r>
          </a:p>
        </p:txBody>
      </p:sp>
      <p:sp>
        <p:nvSpPr>
          <p:cNvPr id="141" name="Flowchart: Process 140">
            <a:extLst>
              <a:ext uri="{FF2B5EF4-FFF2-40B4-BE49-F238E27FC236}">
                <a16:creationId xmlns:a16="http://schemas.microsoft.com/office/drawing/2014/main" id="{F839B3BB-3319-E925-EF5A-ABEBBDECB85A}"/>
              </a:ext>
            </a:extLst>
          </p:cNvPr>
          <p:cNvSpPr/>
          <p:nvPr/>
        </p:nvSpPr>
        <p:spPr>
          <a:xfrm>
            <a:off x="10703800" y="1200618"/>
            <a:ext cx="1312752" cy="497941"/>
          </a:xfrm>
          <a:prstGeom prst="flowChartProcess">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Lyra Automation</a:t>
            </a:r>
          </a:p>
        </p:txBody>
      </p:sp>
      <p:sp>
        <p:nvSpPr>
          <p:cNvPr id="142" name="Flowchart: Process 141">
            <a:extLst>
              <a:ext uri="{FF2B5EF4-FFF2-40B4-BE49-F238E27FC236}">
                <a16:creationId xmlns:a16="http://schemas.microsoft.com/office/drawing/2014/main" id="{1EDF8863-9B40-2DDC-97EE-5590F8F8540D}"/>
              </a:ext>
            </a:extLst>
          </p:cNvPr>
          <p:cNvSpPr/>
          <p:nvPr/>
        </p:nvSpPr>
        <p:spPr>
          <a:xfrm>
            <a:off x="10703800" y="1748985"/>
            <a:ext cx="1312752" cy="497941"/>
          </a:xfrm>
          <a:prstGeom prst="flowChartProcess">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Outside Lyra</a:t>
            </a:r>
          </a:p>
        </p:txBody>
      </p:sp>
      <p:grpSp>
        <p:nvGrpSpPr>
          <p:cNvPr id="149" name="Group 148">
            <a:extLst>
              <a:ext uri="{FF2B5EF4-FFF2-40B4-BE49-F238E27FC236}">
                <a16:creationId xmlns:a16="http://schemas.microsoft.com/office/drawing/2014/main" id="{01988E90-EA31-2F9D-C874-B793A1947B73}"/>
              </a:ext>
            </a:extLst>
          </p:cNvPr>
          <p:cNvGrpSpPr/>
          <p:nvPr/>
        </p:nvGrpSpPr>
        <p:grpSpPr>
          <a:xfrm>
            <a:off x="327979" y="1476041"/>
            <a:ext cx="11536042" cy="3905918"/>
            <a:chOff x="175448" y="1457739"/>
            <a:chExt cx="11536042" cy="3905918"/>
          </a:xfrm>
        </p:grpSpPr>
        <p:sp>
          <p:nvSpPr>
            <p:cNvPr id="4" name="Flowchart: Process 3">
              <a:extLst>
                <a:ext uri="{FF2B5EF4-FFF2-40B4-BE49-F238E27FC236}">
                  <a16:creationId xmlns:a16="http://schemas.microsoft.com/office/drawing/2014/main" id="{F26F9C7B-CC48-BC3F-5EA4-3B1E3E5246F7}"/>
                </a:ext>
              </a:extLst>
            </p:cNvPr>
            <p:cNvSpPr/>
            <p:nvPr/>
          </p:nvSpPr>
          <p:spPr>
            <a:xfrm>
              <a:off x="3664865" y="2688077"/>
              <a:ext cx="2456991" cy="875207"/>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Planner and team make initial notes (in wizard / whiteboard) – mandate, approach, assumptions, constraints, structure etc</a:t>
              </a:r>
            </a:p>
          </p:txBody>
        </p:sp>
        <p:sp>
          <p:nvSpPr>
            <p:cNvPr id="5" name="Flowchart: Process 4">
              <a:extLst>
                <a:ext uri="{FF2B5EF4-FFF2-40B4-BE49-F238E27FC236}">
                  <a16:creationId xmlns:a16="http://schemas.microsoft.com/office/drawing/2014/main" id="{FFC96BB5-EB8B-D42F-6002-28284807701F}"/>
                </a:ext>
              </a:extLst>
            </p:cNvPr>
            <p:cNvSpPr/>
            <p:nvPr/>
          </p:nvSpPr>
          <p:spPr>
            <a:xfrm>
              <a:off x="9254499" y="2833424"/>
              <a:ext cx="2456991" cy="584546"/>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Scenario plan options drafted </a:t>
              </a:r>
            </a:p>
          </p:txBody>
        </p:sp>
        <p:sp>
          <p:nvSpPr>
            <p:cNvPr id="7" name="Flowchart: Decision 6">
              <a:extLst>
                <a:ext uri="{FF2B5EF4-FFF2-40B4-BE49-F238E27FC236}">
                  <a16:creationId xmlns:a16="http://schemas.microsoft.com/office/drawing/2014/main" id="{594D265B-2810-2A40-B251-917113112AC4}"/>
                </a:ext>
              </a:extLst>
            </p:cNvPr>
            <p:cNvSpPr/>
            <p:nvPr/>
          </p:nvSpPr>
          <p:spPr>
            <a:xfrm>
              <a:off x="6916613" y="2763377"/>
              <a:ext cx="1754364" cy="724608"/>
            </a:xfrm>
            <a:prstGeom prst="flowChartDecisi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err="1">
                  <a:solidFill>
                    <a:schemeClr val="bg1"/>
                  </a:solidFill>
                  <a:latin typeface="Aptos Light" panose="020B0004020202020204" pitchFamily="34" charset="0"/>
                </a:rPr>
                <a:t>SteerCo</a:t>
              </a:r>
              <a:r>
                <a:rPr lang="en-GB" sz="1000" dirty="0">
                  <a:solidFill>
                    <a:schemeClr val="bg1"/>
                  </a:solidFill>
                  <a:latin typeface="Aptos Light" panose="020B0004020202020204" pitchFamily="34" charset="0"/>
                </a:rPr>
                <a:t> decision needed?</a:t>
              </a:r>
            </a:p>
          </p:txBody>
        </p:sp>
        <p:sp>
          <p:nvSpPr>
            <p:cNvPr id="8" name="Flowchart: Decision 7">
              <a:extLst>
                <a:ext uri="{FF2B5EF4-FFF2-40B4-BE49-F238E27FC236}">
                  <a16:creationId xmlns:a16="http://schemas.microsoft.com/office/drawing/2014/main" id="{C2AF2BFF-40EB-6721-8B5D-0240AA022464}"/>
                </a:ext>
              </a:extLst>
            </p:cNvPr>
            <p:cNvSpPr/>
            <p:nvPr/>
          </p:nvSpPr>
          <p:spPr>
            <a:xfrm>
              <a:off x="9605812" y="4248910"/>
              <a:ext cx="1754364" cy="724608"/>
            </a:xfrm>
            <a:prstGeom prst="flowChartDecisi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err="1">
                  <a:solidFill>
                    <a:schemeClr val="bg1"/>
                  </a:solidFill>
                  <a:latin typeface="Aptos Light" panose="020B0004020202020204" pitchFamily="34" charset="0"/>
                </a:rPr>
                <a:t>SteerCo</a:t>
              </a:r>
              <a:r>
                <a:rPr lang="en-GB" sz="1000" dirty="0">
                  <a:solidFill>
                    <a:schemeClr val="bg1"/>
                  </a:solidFill>
                  <a:latin typeface="Aptos Light" panose="020B0004020202020204" pitchFamily="34" charset="0"/>
                </a:rPr>
                <a:t> approved</a:t>
              </a:r>
            </a:p>
          </p:txBody>
        </p:sp>
        <p:sp>
          <p:nvSpPr>
            <p:cNvPr id="10" name="Flowchart: Process 9">
              <a:extLst>
                <a:ext uri="{FF2B5EF4-FFF2-40B4-BE49-F238E27FC236}">
                  <a16:creationId xmlns:a16="http://schemas.microsoft.com/office/drawing/2014/main" id="{73756C61-B508-2D67-CE65-F97606134484}"/>
                </a:ext>
              </a:extLst>
            </p:cNvPr>
            <p:cNvSpPr/>
            <p:nvPr/>
          </p:nvSpPr>
          <p:spPr>
            <a:xfrm>
              <a:off x="7253305" y="4311739"/>
              <a:ext cx="1080981" cy="584546"/>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Publish HL plan in Lyra – main planning area </a:t>
              </a:r>
            </a:p>
          </p:txBody>
        </p:sp>
        <p:cxnSp>
          <p:nvCxnSpPr>
            <p:cNvPr id="14" name="Straight Arrow Connector 13">
              <a:extLst>
                <a:ext uri="{FF2B5EF4-FFF2-40B4-BE49-F238E27FC236}">
                  <a16:creationId xmlns:a16="http://schemas.microsoft.com/office/drawing/2014/main" id="{BD5C96A8-0405-A79B-946F-AFAC3A1C573B}"/>
                </a:ext>
              </a:extLst>
            </p:cNvPr>
            <p:cNvCxnSpPr>
              <a:cxnSpLocks/>
              <a:stCxn id="4" idx="3"/>
              <a:endCxn id="7" idx="1"/>
            </p:cNvCxnSpPr>
            <p:nvPr/>
          </p:nvCxnSpPr>
          <p:spPr>
            <a:xfrm>
              <a:off x="6121856" y="3125681"/>
              <a:ext cx="7947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46F620C-390A-FB50-3414-0606599F9577}"/>
                </a:ext>
              </a:extLst>
            </p:cNvPr>
            <p:cNvCxnSpPr>
              <a:cxnSpLocks/>
              <a:stCxn id="7" idx="2"/>
              <a:endCxn id="10" idx="0"/>
            </p:cNvCxnSpPr>
            <p:nvPr/>
          </p:nvCxnSpPr>
          <p:spPr>
            <a:xfrm>
              <a:off x="7793795" y="3487985"/>
              <a:ext cx="1" cy="8237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BD8BC1F-29B1-C548-CB26-30223679D731}"/>
                </a:ext>
              </a:extLst>
            </p:cNvPr>
            <p:cNvCxnSpPr>
              <a:cxnSpLocks/>
              <a:stCxn id="7" idx="3"/>
              <a:endCxn id="5" idx="1"/>
            </p:cNvCxnSpPr>
            <p:nvPr/>
          </p:nvCxnSpPr>
          <p:spPr>
            <a:xfrm>
              <a:off x="8670977" y="3125681"/>
              <a:ext cx="583522" cy="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AE63AD4-CDFA-C573-011C-1BBB1DE07AFE}"/>
                </a:ext>
              </a:extLst>
            </p:cNvPr>
            <p:cNvCxnSpPr>
              <a:cxnSpLocks/>
              <a:stCxn id="5" idx="2"/>
              <a:endCxn id="8" idx="0"/>
            </p:cNvCxnSpPr>
            <p:nvPr/>
          </p:nvCxnSpPr>
          <p:spPr>
            <a:xfrm flipH="1">
              <a:off x="10482994" y="3417970"/>
              <a:ext cx="1" cy="8309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9B87437-D6F9-DFB5-43B6-466949A633AC}"/>
                </a:ext>
              </a:extLst>
            </p:cNvPr>
            <p:cNvCxnSpPr>
              <a:cxnSpLocks/>
              <a:stCxn id="8" idx="1"/>
              <a:endCxn id="10" idx="3"/>
            </p:cNvCxnSpPr>
            <p:nvPr/>
          </p:nvCxnSpPr>
          <p:spPr>
            <a:xfrm flipH="1" flipV="1">
              <a:off x="8334286" y="4604012"/>
              <a:ext cx="1271526" cy="72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Flowchart: Process 34">
              <a:extLst>
                <a:ext uri="{FF2B5EF4-FFF2-40B4-BE49-F238E27FC236}">
                  <a16:creationId xmlns:a16="http://schemas.microsoft.com/office/drawing/2014/main" id="{A8C1991A-D2BD-8C0E-B6CC-1E8F5407FCAE}"/>
                </a:ext>
              </a:extLst>
            </p:cNvPr>
            <p:cNvSpPr/>
            <p:nvPr/>
          </p:nvSpPr>
          <p:spPr>
            <a:xfrm>
              <a:off x="2652654" y="4357376"/>
              <a:ext cx="1954297" cy="584546"/>
            </a:xfrm>
            <a:prstGeom prst="flowChartProcess">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Submit completed detailed section/s of plan to </a:t>
              </a:r>
              <a:r>
                <a:rPr lang="en-GB" sz="1000" dirty="0" err="1">
                  <a:solidFill>
                    <a:schemeClr val="bg1"/>
                  </a:solidFill>
                  <a:latin typeface="Aptos Light" panose="020B0004020202020204" pitchFamily="34" charset="0"/>
                </a:rPr>
                <a:t>SteerCo</a:t>
              </a:r>
              <a:r>
                <a:rPr lang="en-GB" sz="1000" dirty="0">
                  <a:solidFill>
                    <a:schemeClr val="bg1"/>
                  </a:solidFill>
                  <a:latin typeface="Aptos Light" panose="020B0004020202020204" pitchFamily="34" charset="0"/>
                </a:rPr>
                <a:t> for approval</a:t>
              </a:r>
            </a:p>
          </p:txBody>
        </p:sp>
        <p:sp>
          <p:nvSpPr>
            <p:cNvPr id="47" name="Flowchart: Process 46">
              <a:extLst>
                <a:ext uri="{FF2B5EF4-FFF2-40B4-BE49-F238E27FC236}">
                  <a16:creationId xmlns:a16="http://schemas.microsoft.com/office/drawing/2014/main" id="{B14F8C1D-C0B4-0F77-3A33-EBF19F78B9B3}"/>
                </a:ext>
              </a:extLst>
            </p:cNvPr>
            <p:cNvSpPr/>
            <p:nvPr/>
          </p:nvSpPr>
          <p:spPr>
            <a:xfrm>
              <a:off x="9254499" y="3658758"/>
              <a:ext cx="2456991" cy="402792"/>
            </a:xfrm>
            <a:prstGeom prst="flowChartProcess">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Submit to </a:t>
              </a:r>
              <a:r>
                <a:rPr lang="en-GB" sz="1000" dirty="0" err="1">
                  <a:solidFill>
                    <a:schemeClr val="bg1"/>
                  </a:solidFill>
                  <a:latin typeface="Aptos Light" panose="020B0004020202020204" pitchFamily="34" charset="0"/>
                </a:rPr>
                <a:t>SteerCo</a:t>
              </a:r>
              <a:endParaRPr lang="en-GB" sz="1000" dirty="0">
                <a:solidFill>
                  <a:schemeClr val="bg1"/>
                </a:solidFill>
                <a:latin typeface="Aptos Light" panose="020B0004020202020204" pitchFamily="34" charset="0"/>
              </a:endParaRPr>
            </a:p>
          </p:txBody>
        </p:sp>
        <p:cxnSp>
          <p:nvCxnSpPr>
            <p:cNvPr id="48" name="Connector: Elbow 47">
              <a:extLst>
                <a:ext uri="{FF2B5EF4-FFF2-40B4-BE49-F238E27FC236}">
                  <a16:creationId xmlns:a16="http://schemas.microsoft.com/office/drawing/2014/main" id="{8215518C-7302-57DB-6F98-4256472E9C7C}"/>
                </a:ext>
              </a:extLst>
            </p:cNvPr>
            <p:cNvCxnSpPr>
              <a:cxnSpLocks/>
              <a:stCxn id="8" idx="3"/>
              <a:endCxn id="5" idx="3"/>
            </p:cNvCxnSpPr>
            <p:nvPr/>
          </p:nvCxnSpPr>
          <p:spPr>
            <a:xfrm flipV="1">
              <a:off x="11360176" y="3125697"/>
              <a:ext cx="351314" cy="1485517"/>
            </a:xfrm>
            <a:prstGeom prst="bentConnector3">
              <a:avLst>
                <a:gd name="adj1" fmla="val 165070"/>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Text 17">
              <a:extLst>
                <a:ext uri="{FF2B5EF4-FFF2-40B4-BE49-F238E27FC236}">
                  <a16:creationId xmlns:a16="http://schemas.microsoft.com/office/drawing/2014/main" id="{C250CE2A-F41C-29FB-4201-347BC1ADAAF3}"/>
                </a:ext>
              </a:extLst>
            </p:cNvPr>
            <p:cNvSpPr txBox="1"/>
            <p:nvPr/>
          </p:nvSpPr>
          <p:spPr>
            <a:xfrm>
              <a:off x="9159783" y="4500996"/>
              <a:ext cx="293914"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Yes</a:t>
              </a:r>
            </a:p>
          </p:txBody>
        </p:sp>
        <p:sp>
          <p:nvSpPr>
            <p:cNvPr id="52" name="Text 17">
              <a:extLst>
                <a:ext uri="{FF2B5EF4-FFF2-40B4-BE49-F238E27FC236}">
                  <a16:creationId xmlns:a16="http://schemas.microsoft.com/office/drawing/2014/main" id="{15884505-F6EE-9B94-16FD-26BB7BA23FE8}"/>
                </a:ext>
              </a:extLst>
            </p:cNvPr>
            <p:cNvSpPr txBox="1"/>
            <p:nvPr/>
          </p:nvSpPr>
          <p:spPr>
            <a:xfrm>
              <a:off x="8751642" y="3015463"/>
              <a:ext cx="293914"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Yes</a:t>
              </a:r>
            </a:p>
          </p:txBody>
        </p:sp>
        <p:sp>
          <p:nvSpPr>
            <p:cNvPr id="67" name="Flowchart: Decision 66">
              <a:extLst>
                <a:ext uri="{FF2B5EF4-FFF2-40B4-BE49-F238E27FC236}">
                  <a16:creationId xmlns:a16="http://schemas.microsoft.com/office/drawing/2014/main" id="{D2C46AE3-5F5A-1635-AFF9-39600C8A0449}"/>
                </a:ext>
              </a:extLst>
            </p:cNvPr>
            <p:cNvSpPr/>
            <p:nvPr/>
          </p:nvSpPr>
          <p:spPr>
            <a:xfrm>
              <a:off x="603913" y="4291694"/>
              <a:ext cx="1754364" cy="724608"/>
            </a:xfrm>
            <a:prstGeom prst="flowChartDecisi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err="1">
                  <a:solidFill>
                    <a:schemeClr val="bg1"/>
                  </a:solidFill>
                  <a:latin typeface="Aptos Light" panose="020B0004020202020204" pitchFamily="34" charset="0"/>
                </a:rPr>
                <a:t>SteerCo</a:t>
              </a:r>
              <a:r>
                <a:rPr lang="en-GB" sz="1000" dirty="0">
                  <a:solidFill>
                    <a:schemeClr val="bg1"/>
                  </a:solidFill>
                  <a:latin typeface="Aptos Light" panose="020B0004020202020204" pitchFamily="34" charset="0"/>
                </a:rPr>
                <a:t> approved</a:t>
              </a:r>
            </a:p>
          </p:txBody>
        </p:sp>
        <p:cxnSp>
          <p:nvCxnSpPr>
            <p:cNvPr id="68" name="Straight Arrow Connector 67">
              <a:extLst>
                <a:ext uri="{FF2B5EF4-FFF2-40B4-BE49-F238E27FC236}">
                  <a16:creationId xmlns:a16="http://schemas.microsoft.com/office/drawing/2014/main" id="{C839B0E9-AE8C-2776-32E9-273ABC3FE08D}"/>
                </a:ext>
              </a:extLst>
            </p:cNvPr>
            <p:cNvCxnSpPr>
              <a:cxnSpLocks/>
              <a:stCxn id="10" idx="1"/>
              <a:endCxn id="35" idx="3"/>
            </p:cNvCxnSpPr>
            <p:nvPr/>
          </p:nvCxnSpPr>
          <p:spPr>
            <a:xfrm flipH="1">
              <a:off x="4606951" y="4604012"/>
              <a:ext cx="2646354" cy="45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AA58F517-12B1-656A-53FA-54FEB5F491DD}"/>
                </a:ext>
              </a:extLst>
            </p:cNvPr>
            <p:cNvCxnSpPr>
              <a:cxnSpLocks/>
              <a:stCxn id="35" idx="1"/>
              <a:endCxn id="67" idx="3"/>
            </p:cNvCxnSpPr>
            <p:nvPr/>
          </p:nvCxnSpPr>
          <p:spPr>
            <a:xfrm flipH="1">
              <a:off x="2358277" y="4649649"/>
              <a:ext cx="294377" cy="43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Flowchart: Terminator 74">
              <a:extLst>
                <a:ext uri="{FF2B5EF4-FFF2-40B4-BE49-F238E27FC236}">
                  <a16:creationId xmlns:a16="http://schemas.microsoft.com/office/drawing/2014/main" id="{74EA5205-1153-DDCE-6CDB-00B73D94A975}"/>
                </a:ext>
              </a:extLst>
            </p:cNvPr>
            <p:cNvSpPr/>
            <p:nvPr/>
          </p:nvSpPr>
          <p:spPr>
            <a:xfrm>
              <a:off x="500920" y="1457739"/>
              <a:ext cx="2015034" cy="481640"/>
            </a:xfrm>
            <a:prstGeom prst="flowChartTermina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Section/s baselined and now subject to CC if switched on</a:t>
              </a:r>
            </a:p>
          </p:txBody>
        </p:sp>
        <p:cxnSp>
          <p:nvCxnSpPr>
            <p:cNvPr id="76" name="Straight Arrow Connector 75">
              <a:extLst>
                <a:ext uri="{FF2B5EF4-FFF2-40B4-BE49-F238E27FC236}">
                  <a16:creationId xmlns:a16="http://schemas.microsoft.com/office/drawing/2014/main" id="{F84564A1-7150-99AD-08C8-EE61D1D52E99}"/>
                </a:ext>
              </a:extLst>
            </p:cNvPr>
            <p:cNvCxnSpPr>
              <a:cxnSpLocks/>
              <a:stCxn id="67" idx="0"/>
              <a:endCxn id="75" idx="2"/>
            </p:cNvCxnSpPr>
            <p:nvPr/>
          </p:nvCxnSpPr>
          <p:spPr>
            <a:xfrm flipV="1">
              <a:off x="1481095" y="1939379"/>
              <a:ext cx="27342" cy="23523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0" name="Flowchart: Terminator 79">
              <a:extLst>
                <a:ext uri="{FF2B5EF4-FFF2-40B4-BE49-F238E27FC236}">
                  <a16:creationId xmlns:a16="http://schemas.microsoft.com/office/drawing/2014/main" id="{FE40D7AB-EBE4-D606-EFB8-AB94328DDAB7}"/>
                </a:ext>
              </a:extLst>
            </p:cNvPr>
            <p:cNvSpPr/>
            <p:nvPr/>
          </p:nvSpPr>
          <p:spPr>
            <a:xfrm>
              <a:off x="3885843" y="1457739"/>
              <a:ext cx="2015034" cy="481640"/>
            </a:xfrm>
            <a:prstGeom prst="flowChartTermina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New project mandate</a:t>
              </a:r>
            </a:p>
          </p:txBody>
        </p:sp>
        <p:cxnSp>
          <p:nvCxnSpPr>
            <p:cNvPr id="81" name="Straight Arrow Connector 80">
              <a:extLst>
                <a:ext uri="{FF2B5EF4-FFF2-40B4-BE49-F238E27FC236}">
                  <a16:creationId xmlns:a16="http://schemas.microsoft.com/office/drawing/2014/main" id="{2666051F-5192-20D7-71C9-A6896AF42BA5}"/>
                </a:ext>
              </a:extLst>
            </p:cNvPr>
            <p:cNvCxnSpPr>
              <a:cxnSpLocks/>
              <a:stCxn id="80" idx="2"/>
              <a:endCxn id="4" idx="0"/>
            </p:cNvCxnSpPr>
            <p:nvPr/>
          </p:nvCxnSpPr>
          <p:spPr>
            <a:xfrm>
              <a:off x="4893360" y="1939379"/>
              <a:ext cx="1" cy="7486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C02F930A-D0A1-D2A3-FE7D-208A58F777C2}"/>
                </a:ext>
              </a:extLst>
            </p:cNvPr>
            <p:cNvCxnSpPr>
              <a:cxnSpLocks/>
              <a:stCxn id="67" idx="2"/>
              <a:endCxn id="107" idx="2"/>
            </p:cNvCxnSpPr>
            <p:nvPr/>
          </p:nvCxnSpPr>
          <p:spPr>
            <a:xfrm rot="5400000" flipH="1" flipV="1">
              <a:off x="3691738" y="2692843"/>
              <a:ext cx="112815" cy="4534103"/>
            </a:xfrm>
            <a:prstGeom prst="bentConnector3">
              <a:avLst>
                <a:gd name="adj1" fmla="val -202633"/>
              </a:avLst>
            </a:prstGeom>
            <a:ln>
              <a:tailEnd type="triangle"/>
            </a:ln>
          </p:spPr>
          <p:style>
            <a:lnRef idx="2">
              <a:schemeClr val="accent1"/>
            </a:lnRef>
            <a:fillRef idx="0">
              <a:schemeClr val="accent1"/>
            </a:fillRef>
            <a:effectRef idx="1">
              <a:schemeClr val="accent1"/>
            </a:effectRef>
            <a:fontRef idx="minor">
              <a:schemeClr val="tx1"/>
            </a:fontRef>
          </p:style>
        </p:cxnSp>
        <p:sp>
          <p:nvSpPr>
            <p:cNvPr id="98" name="Text 11">
              <a:extLst>
                <a:ext uri="{FF2B5EF4-FFF2-40B4-BE49-F238E27FC236}">
                  <a16:creationId xmlns:a16="http://schemas.microsoft.com/office/drawing/2014/main" id="{C64958EE-377D-55D3-EA0B-AC16DC77FA11}"/>
                </a:ext>
              </a:extLst>
            </p:cNvPr>
            <p:cNvSpPr txBox="1"/>
            <p:nvPr/>
          </p:nvSpPr>
          <p:spPr>
            <a:xfrm>
              <a:off x="11435122" y="4493794"/>
              <a:ext cx="253093"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No</a:t>
              </a:r>
            </a:p>
          </p:txBody>
        </p:sp>
        <p:sp>
          <p:nvSpPr>
            <p:cNvPr id="99" name="Text 11">
              <a:extLst>
                <a:ext uri="{FF2B5EF4-FFF2-40B4-BE49-F238E27FC236}">
                  <a16:creationId xmlns:a16="http://schemas.microsoft.com/office/drawing/2014/main" id="{2F52B904-52BC-222D-38FF-733DD8D3CD79}"/>
                </a:ext>
              </a:extLst>
            </p:cNvPr>
            <p:cNvSpPr txBox="1"/>
            <p:nvPr/>
          </p:nvSpPr>
          <p:spPr>
            <a:xfrm>
              <a:off x="7679861" y="3563584"/>
              <a:ext cx="253093"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No</a:t>
              </a:r>
            </a:p>
          </p:txBody>
        </p:sp>
        <p:sp>
          <p:nvSpPr>
            <p:cNvPr id="107" name="Flowchart: Process 106">
              <a:extLst>
                <a:ext uri="{FF2B5EF4-FFF2-40B4-BE49-F238E27FC236}">
                  <a16:creationId xmlns:a16="http://schemas.microsoft.com/office/drawing/2014/main" id="{6E08C68F-E630-F84A-3C42-1551327CE502}"/>
                </a:ext>
              </a:extLst>
            </p:cNvPr>
            <p:cNvSpPr/>
            <p:nvPr/>
          </p:nvSpPr>
          <p:spPr>
            <a:xfrm>
              <a:off x="4929205" y="4318941"/>
              <a:ext cx="2171985" cy="584546"/>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build bottom-up detailed plan for baselining</a:t>
              </a:r>
            </a:p>
          </p:txBody>
        </p:sp>
        <p:sp>
          <p:nvSpPr>
            <p:cNvPr id="137" name="Text 17">
              <a:extLst>
                <a:ext uri="{FF2B5EF4-FFF2-40B4-BE49-F238E27FC236}">
                  <a16:creationId xmlns:a16="http://schemas.microsoft.com/office/drawing/2014/main" id="{F16197AC-3301-C99A-ED90-A83432DF05BD}"/>
                </a:ext>
              </a:extLst>
            </p:cNvPr>
            <p:cNvSpPr txBox="1"/>
            <p:nvPr/>
          </p:nvSpPr>
          <p:spPr>
            <a:xfrm>
              <a:off x="1341070" y="3834121"/>
              <a:ext cx="293914"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Yes</a:t>
              </a:r>
            </a:p>
          </p:txBody>
        </p:sp>
        <p:sp>
          <p:nvSpPr>
            <p:cNvPr id="138" name="Text 11">
              <a:extLst>
                <a:ext uri="{FF2B5EF4-FFF2-40B4-BE49-F238E27FC236}">
                  <a16:creationId xmlns:a16="http://schemas.microsoft.com/office/drawing/2014/main" id="{5CF1ED48-9633-B37E-291E-E3F0B9897642}"/>
                </a:ext>
              </a:extLst>
            </p:cNvPr>
            <p:cNvSpPr txBox="1"/>
            <p:nvPr/>
          </p:nvSpPr>
          <p:spPr>
            <a:xfrm>
              <a:off x="1508437" y="5143221"/>
              <a:ext cx="253093"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No</a:t>
              </a:r>
            </a:p>
          </p:txBody>
        </p:sp>
        <p:sp>
          <p:nvSpPr>
            <p:cNvPr id="145" name="Flowchart: Process 144">
              <a:extLst>
                <a:ext uri="{FF2B5EF4-FFF2-40B4-BE49-F238E27FC236}">
                  <a16:creationId xmlns:a16="http://schemas.microsoft.com/office/drawing/2014/main" id="{6521BB79-578A-B7FB-CEA1-744797E55FA0}"/>
                </a:ext>
              </a:extLst>
            </p:cNvPr>
            <p:cNvSpPr/>
            <p:nvPr/>
          </p:nvSpPr>
          <p:spPr>
            <a:xfrm>
              <a:off x="402034" y="3171067"/>
              <a:ext cx="2171985" cy="584546"/>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User baselines in Lyra &amp; uploads minutes (optional)</a:t>
              </a:r>
            </a:p>
          </p:txBody>
        </p:sp>
        <p:sp>
          <p:nvSpPr>
            <p:cNvPr id="146" name="Flowchart: Process 145">
              <a:extLst>
                <a:ext uri="{FF2B5EF4-FFF2-40B4-BE49-F238E27FC236}">
                  <a16:creationId xmlns:a16="http://schemas.microsoft.com/office/drawing/2014/main" id="{C59E3109-0FEF-C5AB-0A1A-CCA5D58E0293}"/>
                </a:ext>
              </a:extLst>
            </p:cNvPr>
            <p:cNvSpPr/>
            <p:nvPr/>
          </p:nvSpPr>
          <p:spPr>
            <a:xfrm>
              <a:off x="175448" y="2112259"/>
              <a:ext cx="2690315" cy="894029"/>
            </a:xfrm>
            <a:prstGeom prst="flowChartProcess">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Change control record added</a:t>
              </a:r>
            </a:p>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Baseline ID added to relevant rows in plan</a:t>
              </a:r>
            </a:p>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Overall visual indication that line items are baselined</a:t>
              </a:r>
            </a:p>
          </p:txBody>
        </p:sp>
      </p:grpSp>
      <p:sp>
        <p:nvSpPr>
          <p:cNvPr id="3" name="TextBox 2">
            <a:extLst>
              <a:ext uri="{FF2B5EF4-FFF2-40B4-BE49-F238E27FC236}">
                <a16:creationId xmlns:a16="http://schemas.microsoft.com/office/drawing/2014/main" id="{D3478C51-3D78-72DE-C8BF-78122C3943D3}"/>
              </a:ext>
            </a:extLst>
          </p:cNvPr>
          <p:cNvSpPr txBox="1"/>
          <p:nvPr/>
        </p:nvSpPr>
        <p:spPr>
          <a:xfrm>
            <a:off x="653450" y="5902859"/>
            <a:ext cx="6498787" cy="369332"/>
          </a:xfrm>
          <a:prstGeom prst="rect">
            <a:avLst/>
          </a:prstGeom>
          <a:noFill/>
        </p:spPr>
        <p:txBody>
          <a:bodyPr wrap="square" rtlCol="0">
            <a:spAutoFit/>
          </a:bodyPr>
          <a:lstStyle/>
          <a:p>
            <a:r>
              <a:rPr lang="en-GB" dirty="0"/>
              <a:t>Steerco – assumed example change approval body outside Lyra</a:t>
            </a:r>
          </a:p>
        </p:txBody>
      </p:sp>
    </p:spTree>
    <p:extLst>
      <p:ext uri="{BB962C8B-B14F-4D97-AF65-F5344CB8AC3E}">
        <p14:creationId xmlns:p14="http://schemas.microsoft.com/office/powerpoint/2010/main" val="2566515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F78CF-5E4F-C8E1-2156-BE330C7F2C9B}"/>
            </a:ext>
          </a:extLst>
        </p:cNvPr>
        <p:cNvGrpSpPr/>
        <p:nvPr/>
      </p:nvGrpSpPr>
      <p:grpSpPr>
        <a:xfrm>
          <a:off x="0" y="0"/>
          <a:ext cx="0" cy="0"/>
          <a:chOff x="0" y="0"/>
          <a:chExt cx="0" cy="0"/>
        </a:xfrm>
      </p:grpSpPr>
      <p:sp>
        <p:nvSpPr>
          <p:cNvPr id="18" name="Shape 44">
            <a:extLst>
              <a:ext uri="{FF2B5EF4-FFF2-40B4-BE49-F238E27FC236}">
                <a16:creationId xmlns:a16="http://schemas.microsoft.com/office/drawing/2014/main" id="{80B6B6A9-5722-5B75-C9B0-4F9E0264DC19}"/>
              </a:ext>
            </a:extLst>
          </p:cNvPr>
          <p:cNvSpPr/>
          <p:nvPr/>
        </p:nvSpPr>
        <p:spPr>
          <a:xfrm>
            <a:off x="145266" y="144805"/>
            <a:ext cx="5545130" cy="408214"/>
          </a:xfrm>
          <a:custGeom>
            <a:avLst/>
            <a:gdLst>
              <a:gd name="connsiteX0" fmla="*/ 2290082 w 4580163"/>
              <a:gd name="connsiteY0" fmla="*/ 408214 h 408214"/>
            </a:gdLst>
            <a:ahLst/>
            <a:cxnLst>
              <a:cxn ang="0">
                <a:pos x="connsiteX0" y="connsiteY0"/>
              </a:cxn>
            </a:cxnLst>
            <a:rect l="l" t="t" r="r" b="b"/>
            <a:pathLst>
              <a:path w="4580163" h="408214">
                <a:moveTo>
                  <a:pt x="0" y="0"/>
                </a:moveTo>
                <a:lnTo>
                  <a:pt x="4580163" y="0"/>
                </a:lnTo>
                <a:lnTo>
                  <a:pt x="4580163" y="408214"/>
                </a:lnTo>
                <a:lnTo>
                  <a:pt x="0" y="408214"/>
                </a:lnTo>
                <a:lnTo>
                  <a:pt x="0" y="0"/>
                </a:lnTo>
                <a:close/>
              </a:path>
            </a:pathLst>
          </a:custGeom>
          <a:noFill/>
          <a:ln w="8164" cap="flat">
            <a:noFill/>
            <a:miter/>
          </a:ln>
        </p:spPr>
        <p:txBody>
          <a:bodyPr anchor="ctr"/>
          <a:lstStyle/>
          <a:p>
            <a:r>
              <a:rPr lang="en-GB" sz="2400" b="1" dirty="0"/>
              <a:t>Change Control Flow - Draft</a:t>
            </a:r>
          </a:p>
        </p:txBody>
      </p:sp>
      <p:sp>
        <p:nvSpPr>
          <p:cNvPr id="128" name="Flowchart: Process 127">
            <a:extLst>
              <a:ext uri="{FF2B5EF4-FFF2-40B4-BE49-F238E27FC236}">
                <a16:creationId xmlns:a16="http://schemas.microsoft.com/office/drawing/2014/main" id="{37CC3E18-407D-419F-3151-EE1E09DC0738}"/>
              </a:ext>
            </a:extLst>
          </p:cNvPr>
          <p:cNvSpPr/>
          <p:nvPr/>
        </p:nvSpPr>
        <p:spPr>
          <a:xfrm>
            <a:off x="10637822" y="1946495"/>
            <a:ext cx="1312752" cy="497941"/>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User in Lyra</a:t>
            </a:r>
          </a:p>
        </p:txBody>
      </p:sp>
      <p:sp>
        <p:nvSpPr>
          <p:cNvPr id="129" name="Flowchart: Process 128">
            <a:extLst>
              <a:ext uri="{FF2B5EF4-FFF2-40B4-BE49-F238E27FC236}">
                <a16:creationId xmlns:a16="http://schemas.microsoft.com/office/drawing/2014/main" id="{98FDABBD-04AC-74ED-2ABB-10132761B919}"/>
              </a:ext>
            </a:extLst>
          </p:cNvPr>
          <p:cNvSpPr/>
          <p:nvPr/>
        </p:nvSpPr>
        <p:spPr>
          <a:xfrm>
            <a:off x="10637822" y="2511817"/>
            <a:ext cx="1312752" cy="497941"/>
          </a:xfrm>
          <a:prstGeom prst="flowChartProcess">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Lyra Automation</a:t>
            </a:r>
          </a:p>
        </p:txBody>
      </p:sp>
      <p:sp>
        <p:nvSpPr>
          <p:cNvPr id="130" name="Flowchart: Process 129">
            <a:extLst>
              <a:ext uri="{FF2B5EF4-FFF2-40B4-BE49-F238E27FC236}">
                <a16:creationId xmlns:a16="http://schemas.microsoft.com/office/drawing/2014/main" id="{67698CB5-17A5-DAF1-CCA5-C88B521EE4AC}"/>
              </a:ext>
            </a:extLst>
          </p:cNvPr>
          <p:cNvSpPr/>
          <p:nvPr/>
        </p:nvSpPr>
        <p:spPr>
          <a:xfrm>
            <a:off x="10637822" y="3060184"/>
            <a:ext cx="1312752" cy="497941"/>
          </a:xfrm>
          <a:prstGeom prst="flowChartProcess">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Outside Lyra</a:t>
            </a:r>
          </a:p>
        </p:txBody>
      </p:sp>
      <p:grpSp>
        <p:nvGrpSpPr>
          <p:cNvPr id="49" name="Group 48">
            <a:extLst>
              <a:ext uri="{FF2B5EF4-FFF2-40B4-BE49-F238E27FC236}">
                <a16:creationId xmlns:a16="http://schemas.microsoft.com/office/drawing/2014/main" id="{B06DC711-A277-3F12-A53B-47BB65CB6A76}"/>
              </a:ext>
            </a:extLst>
          </p:cNvPr>
          <p:cNvGrpSpPr/>
          <p:nvPr/>
        </p:nvGrpSpPr>
        <p:grpSpPr>
          <a:xfrm>
            <a:off x="571534" y="402106"/>
            <a:ext cx="9962188" cy="5814095"/>
            <a:chOff x="571534" y="521952"/>
            <a:chExt cx="9962188" cy="5814095"/>
          </a:xfrm>
        </p:grpSpPr>
        <p:sp>
          <p:nvSpPr>
            <p:cNvPr id="102" name="Flowchart: Decision 101">
              <a:extLst>
                <a:ext uri="{FF2B5EF4-FFF2-40B4-BE49-F238E27FC236}">
                  <a16:creationId xmlns:a16="http://schemas.microsoft.com/office/drawing/2014/main" id="{74EB6724-C224-4DDB-4ED9-36D700328744}"/>
                </a:ext>
              </a:extLst>
            </p:cNvPr>
            <p:cNvSpPr/>
            <p:nvPr/>
          </p:nvSpPr>
          <p:spPr>
            <a:xfrm>
              <a:off x="7800242" y="4418372"/>
              <a:ext cx="1754364" cy="724608"/>
            </a:xfrm>
            <a:prstGeom prst="flowChartDecisi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New Plan Agreed / Project terminated</a:t>
              </a:r>
            </a:p>
          </p:txBody>
        </p:sp>
        <p:sp>
          <p:nvSpPr>
            <p:cNvPr id="127" name="Text 11">
              <a:extLst>
                <a:ext uri="{FF2B5EF4-FFF2-40B4-BE49-F238E27FC236}">
                  <a16:creationId xmlns:a16="http://schemas.microsoft.com/office/drawing/2014/main" id="{AD9C4FB0-8187-00E9-6139-022642F6C41D}"/>
                </a:ext>
              </a:extLst>
            </p:cNvPr>
            <p:cNvSpPr txBox="1"/>
            <p:nvPr/>
          </p:nvSpPr>
          <p:spPr>
            <a:xfrm>
              <a:off x="7404009" y="4701877"/>
              <a:ext cx="253093"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No</a:t>
              </a:r>
            </a:p>
          </p:txBody>
        </p:sp>
        <p:cxnSp>
          <p:nvCxnSpPr>
            <p:cNvPr id="51" name="Connector: Elbow 50">
              <a:extLst>
                <a:ext uri="{FF2B5EF4-FFF2-40B4-BE49-F238E27FC236}">
                  <a16:creationId xmlns:a16="http://schemas.microsoft.com/office/drawing/2014/main" id="{280A252F-9EB0-7F2A-302E-5782F8B8B9FE}"/>
                </a:ext>
              </a:extLst>
            </p:cNvPr>
            <p:cNvCxnSpPr>
              <a:cxnSpLocks/>
              <a:stCxn id="117" idx="1"/>
              <a:endCxn id="2" idx="3"/>
            </p:cNvCxnSpPr>
            <p:nvPr/>
          </p:nvCxnSpPr>
          <p:spPr>
            <a:xfrm rot="10800000">
              <a:off x="2325895" y="5867514"/>
              <a:ext cx="326366"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nector: Elbow 57">
              <a:extLst>
                <a:ext uri="{FF2B5EF4-FFF2-40B4-BE49-F238E27FC236}">
                  <a16:creationId xmlns:a16="http://schemas.microsoft.com/office/drawing/2014/main" id="{EEC61B76-AA7B-EF0F-1B3A-B9FDD0D5F94B}"/>
                </a:ext>
              </a:extLst>
            </p:cNvPr>
            <p:cNvCxnSpPr>
              <a:cxnSpLocks/>
              <a:stCxn id="102" idx="0"/>
              <a:endCxn id="90" idx="3"/>
            </p:cNvCxnSpPr>
            <p:nvPr/>
          </p:nvCxnSpPr>
          <p:spPr>
            <a:xfrm rot="16200000" flipV="1">
              <a:off x="7773404" y="3514352"/>
              <a:ext cx="540034" cy="126800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 11">
              <a:extLst>
                <a:ext uri="{FF2B5EF4-FFF2-40B4-BE49-F238E27FC236}">
                  <a16:creationId xmlns:a16="http://schemas.microsoft.com/office/drawing/2014/main" id="{15C7C21F-736B-62A9-1623-0E930E47420D}"/>
                </a:ext>
              </a:extLst>
            </p:cNvPr>
            <p:cNvSpPr txBox="1"/>
            <p:nvPr/>
          </p:nvSpPr>
          <p:spPr>
            <a:xfrm>
              <a:off x="8677424" y="3884860"/>
              <a:ext cx="253093"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No</a:t>
              </a:r>
            </a:p>
          </p:txBody>
        </p:sp>
        <p:cxnSp>
          <p:nvCxnSpPr>
            <p:cNvPr id="67" name="Straight Arrow Connector 66">
              <a:extLst>
                <a:ext uri="{FF2B5EF4-FFF2-40B4-BE49-F238E27FC236}">
                  <a16:creationId xmlns:a16="http://schemas.microsoft.com/office/drawing/2014/main" id="{922EE7FA-C579-AD71-C351-10749D0C8A61}"/>
                </a:ext>
              </a:extLst>
            </p:cNvPr>
            <p:cNvCxnSpPr>
              <a:cxnSpLocks/>
              <a:stCxn id="10" idx="2"/>
              <a:endCxn id="82" idx="0"/>
            </p:cNvCxnSpPr>
            <p:nvPr/>
          </p:nvCxnSpPr>
          <p:spPr>
            <a:xfrm>
              <a:off x="6175514" y="1798689"/>
              <a:ext cx="4463" cy="250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3CAF0C3-8EAF-AF70-8E3B-FA66D00E0E20}"/>
                </a:ext>
              </a:extLst>
            </p:cNvPr>
            <p:cNvCxnSpPr>
              <a:cxnSpLocks/>
              <a:stCxn id="90" idx="2"/>
              <a:endCxn id="81" idx="0"/>
            </p:cNvCxnSpPr>
            <p:nvPr/>
          </p:nvCxnSpPr>
          <p:spPr>
            <a:xfrm flipH="1">
              <a:off x="6175513" y="4204896"/>
              <a:ext cx="5410" cy="2134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902E3055-67EC-EA3A-A626-648C6BFB2F1F}"/>
                </a:ext>
              </a:extLst>
            </p:cNvPr>
            <p:cNvCxnSpPr>
              <a:cxnSpLocks/>
              <a:stCxn id="82" idx="2"/>
              <a:endCxn id="90" idx="0"/>
            </p:cNvCxnSpPr>
            <p:nvPr/>
          </p:nvCxnSpPr>
          <p:spPr>
            <a:xfrm>
              <a:off x="6179977" y="3352278"/>
              <a:ext cx="946" cy="199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Flowchart: Decision 80">
              <a:extLst>
                <a:ext uri="{FF2B5EF4-FFF2-40B4-BE49-F238E27FC236}">
                  <a16:creationId xmlns:a16="http://schemas.microsoft.com/office/drawing/2014/main" id="{B20BDB6E-7269-E87E-BB02-6989E5FE46F6}"/>
                </a:ext>
              </a:extLst>
            </p:cNvPr>
            <p:cNvSpPr/>
            <p:nvPr/>
          </p:nvSpPr>
          <p:spPr>
            <a:xfrm>
              <a:off x="5298331" y="4418372"/>
              <a:ext cx="1754364" cy="724608"/>
            </a:xfrm>
            <a:prstGeom prst="flowChartDecision">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Approved</a:t>
              </a:r>
            </a:p>
          </p:txBody>
        </p:sp>
        <p:sp>
          <p:nvSpPr>
            <p:cNvPr id="82" name="Flowchart: Process 81">
              <a:extLst>
                <a:ext uri="{FF2B5EF4-FFF2-40B4-BE49-F238E27FC236}">
                  <a16:creationId xmlns:a16="http://schemas.microsoft.com/office/drawing/2014/main" id="{999A9C25-F190-5ADE-880C-4EDC032854E9}"/>
                </a:ext>
              </a:extLst>
            </p:cNvPr>
            <p:cNvSpPr/>
            <p:nvPr/>
          </p:nvSpPr>
          <p:spPr>
            <a:xfrm>
              <a:off x="4573195" y="2049618"/>
              <a:ext cx="3213563" cy="1302660"/>
            </a:xfrm>
            <a:prstGeom prst="flowChartProcess">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Format changed  to show potential delay on all impacted tasks</a:t>
              </a:r>
            </a:p>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CC flag applied</a:t>
              </a:r>
            </a:p>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Status flips to Red</a:t>
              </a:r>
            </a:p>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Change log entry created with commentary added</a:t>
              </a:r>
            </a:p>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Optional CR form generated</a:t>
              </a:r>
            </a:p>
            <a:p>
              <a:pPr marL="171450" indent="-171450" algn="ctr">
                <a:buFont typeface="Arial" panose="020B0604020202020204" pitchFamily="34" charset="0"/>
                <a:buChar char="•"/>
              </a:pPr>
              <a:r>
                <a:rPr lang="en-GB" sz="1000" dirty="0">
                  <a:solidFill>
                    <a:schemeClr val="bg1"/>
                  </a:solidFill>
                  <a:latin typeface="Aptos Light" panose="020B0004020202020204" pitchFamily="34" charset="0"/>
                </a:rPr>
                <a:t>Notification to vertical owner of breach &amp; Planner</a:t>
              </a:r>
            </a:p>
          </p:txBody>
        </p:sp>
        <p:sp>
          <p:nvSpPr>
            <p:cNvPr id="86" name="Flowchart: Multidocument 85">
              <a:extLst>
                <a:ext uri="{FF2B5EF4-FFF2-40B4-BE49-F238E27FC236}">
                  <a16:creationId xmlns:a16="http://schemas.microsoft.com/office/drawing/2014/main" id="{EB2921D9-5D0E-01D0-5699-0DBA07E74904}"/>
                </a:ext>
              </a:extLst>
            </p:cNvPr>
            <p:cNvSpPr/>
            <p:nvPr/>
          </p:nvSpPr>
          <p:spPr>
            <a:xfrm>
              <a:off x="2287275" y="3481372"/>
              <a:ext cx="911543" cy="806975"/>
            </a:xfrm>
            <a:prstGeom prst="flowChartMultidocumen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dirty="0"/>
                <a:t>CR FORMS</a:t>
              </a:r>
            </a:p>
          </p:txBody>
        </p:sp>
        <p:cxnSp>
          <p:nvCxnSpPr>
            <p:cNvPr id="88" name="Straight Arrow Connector 87">
              <a:extLst>
                <a:ext uri="{FF2B5EF4-FFF2-40B4-BE49-F238E27FC236}">
                  <a16:creationId xmlns:a16="http://schemas.microsoft.com/office/drawing/2014/main" id="{BA65E362-D546-8DD7-BDE3-5F7A42BBF26E}"/>
                </a:ext>
              </a:extLst>
            </p:cNvPr>
            <p:cNvCxnSpPr>
              <a:cxnSpLocks/>
              <a:stCxn id="86" idx="3"/>
              <a:endCxn id="90" idx="1"/>
            </p:cNvCxnSpPr>
            <p:nvPr/>
          </p:nvCxnSpPr>
          <p:spPr>
            <a:xfrm flipV="1">
              <a:off x="3198818" y="3878338"/>
              <a:ext cx="1753609" cy="65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Flowchart: Process 89">
              <a:extLst>
                <a:ext uri="{FF2B5EF4-FFF2-40B4-BE49-F238E27FC236}">
                  <a16:creationId xmlns:a16="http://schemas.microsoft.com/office/drawing/2014/main" id="{C0FDE606-11B3-E897-8DCD-1256E3C7BF83}"/>
                </a:ext>
              </a:extLst>
            </p:cNvPr>
            <p:cNvSpPr/>
            <p:nvPr/>
          </p:nvSpPr>
          <p:spPr>
            <a:xfrm>
              <a:off x="4952427" y="3551779"/>
              <a:ext cx="2456991" cy="653117"/>
            </a:xfrm>
            <a:prstGeom prst="flowChartProcess">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Change Board / Vertical owner to review</a:t>
              </a:r>
            </a:p>
          </p:txBody>
        </p:sp>
        <p:cxnSp>
          <p:nvCxnSpPr>
            <p:cNvPr id="107" name="Straight Arrow Connector 106">
              <a:extLst>
                <a:ext uri="{FF2B5EF4-FFF2-40B4-BE49-F238E27FC236}">
                  <a16:creationId xmlns:a16="http://schemas.microsoft.com/office/drawing/2014/main" id="{34D32233-1700-610E-D4BF-7F3BE636A19C}"/>
                </a:ext>
              </a:extLst>
            </p:cNvPr>
            <p:cNvCxnSpPr>
              <a:cxnSpLocks/>
              <a:stCxn id="81" idx="2"/>
              <a:endCxn id="113" idx="0"/>
            </p:cNvCxnSpPr>
            <p:nvPr/>
          </p:nvCxnSpPr>
          <p:spPr>
            <a:xfrm>
              <a:off x="6175513" y="5142980"/>
              <a:ext cx="5409" cy="2561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3" name="Flowchart: Process 112">
              <a:extLst>
                <a:ext uri="{FF2B5EF4-FFF2-40B4-BE49-F238E27FC236}">
                  <a16:creationId xmlns:a16="http://schemas.microsoft.com/office/drawing/2014/main" id="{9DBBC4BE-1864-078D-0216-9A0280A981DE}"/>
                </a:ext>
              </a:extLst>
            </p:cNvPr>
            <p:cNvSpPr/>
            <p:nvPr/>
          </p:nvSpPr>
          <p:spPr>
            <a:xfrm>
              <a:off x="4952426" y="5399129"/>
              <a:ext cx="2456991" cy="936918"/>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User removes flag on plan screen &amp; updates date</a:t>
              </a:r>
            </a:p>
          </p:txBody>
        </p:sp>
        <p:sp>
          <p:nvSpPr>
            <p:cNvPr id="117" name="Flowchart: Process 116">
              <a:extLst>
                <a:ext uri="{FF2B5EF4-FFF2-40B4-BE49-F238E27FC236}">
                  <a16:creationId xmlns:a16="http://schemas.microsoft.com/office/drawing/2014/main" id="{7198702B-FEF4-9D9A-D566-D39579FBC28A}"/>
                </a:ext>
              </a:extLst>
            </p:cNvPr>
            <p:cNvSpPr/>
            <p:nvPr/>
          </p:nvSpPr>
          <p:spPr>
            <a:xfrm>
              <a:off x="2652261" y="5399129"/>
              <a:ext cx="1988185" cy="936769"/>
            </a:xfrm>
            <a:prstGeom prst="flowChartProcess">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Dialogue box - Lyra updates change log to approved &amp; and reverts all formatting (as opposed to move to green). Undo options for previous 2 actions</a:t>
              </a:r>
            </a:p>
          </p:txBody>
        </p:sp>
        <p:cxnSp>
          <p:nvCxnSpPr>
            <p:cNvPr id="120" name="Straight Arrow Connector 119">
              <a:extLst>
                <a:ext uri="{FF2B5EF4-FFF2-40B4-BE49-F238E27FC236}">
                  <a16:creationId xmlns:a16="http://schemas.microsoft.com/office/drawing/2014/main" id="{17F340AC-6A5B-1BBD-65A3-05EA156FBBC0}"/>
                </a:ext>
              </a:extLst>
            </p:cNvPr>
            <p:cNvCxnSpPr>
              <a:cxnSpLocks/>
              <a:stCxn id="113" idx="1"/>
              <a:endCxn id="117" idx="3"/>
            </p:cNvCxnSpPr>
            <p:nvPr/>
          </p:nvCxnSpPr>
          <p:spPr>
            <a:xfrm flipH="1" flipV="1">
              <a:off x="4640446" y="5867514"/>
              <a:ext cx="311980" cy="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3" name="Text 17">
              <a:extLst>
                <a:ext uri="{FF2B5EF4-FFF2-40B4-BE49-F238E27FC236}">
                  <a16:creationId xmlns:a16="http://schemas.microsoft.com/office/drawing/2014/main" id="{C6ECFEDE-682B-5610-C792-610230E5FA39}"/>
                </a:ext>
              </a:extLst>
            </p:cNvPr>
            <p:cNvSpPr txBox="1"/>
            <p:nvPr/>
          </p:nvSpPr>
          <p:spPr>
            <a:xfrm>
              <a:off x="6204214" y="5142980"/>
              <a:ext cx="293914"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Yes</a:t>
              </a:r>
            </a:p>
          </p:txBody>
        </p:sp>
        <p:cxnSp>
          <p:nvCxnSpPr>
            <p:cNvPr id="124" name="Straight Arrow Connector 123">
              <a:extLst>
                <a:ext uri="{FF2B5EF4-FFF2-40B4-BE49-F238E27FC236}">
                  <a16:creationId xmlns:a16="http://schemas.microsoft.com/office/drawing/2014/main" id="{400D3246-7B82-7A1C-04A6-2523AE5D6642}"/>
                </a:ext>
              </a:extLst>
            </p:cNvPr>
            <p:cNvCxnSpPr>
              <a:cxnSpLocks/>
              <a:stCxn id="81" idx="3"/>
              <a:endCxn id="102" idx="1"/>
            </p:cNvCxnSpPr>
            <p:nvPr/>
          </p:nvCxnSpPr>
          <p:spPr>
            <a:xfrm>
              <a:off x="7052695" y="4780676"/>
              <a:ext cx="7475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1" name="Flowchart: Manual Input 130">
              <a:extLst>
                <a:ext uri="{FF2B5EF4-FFF2-40B4-BE49-F238E27FC236}">
                  <a16:creationId xmlns:a16="http://schemas.microsoft.com/office/drawing/2014/main" id="{FFF9B068-E63E-8EB3-7C37-E5D0E4F0228B}"/>
                </a:ext>
              </a:extLst>
            </p:cNvPr>
            <p:cNvSpPr/>
            <p:nvPr/>
          </p:nvSpPr>
          <p:spPr>
            <a:xfrm>
              <a:off x="3604476" y="3532257"/>
              <a:ext cx="968719" cy="573039"/>
            </a:xfrm>
            <a:prstGeom prst="flowChartManualInpu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Manual intervention?</a:t>
              </a:r>
            </a:p>
          </p:txBody>
        </p:sp>
        <p:sp>
          <p:nvSpPr>
            <p:cNvPr id="2" name="Flowchart: Terminator 1">
              <a:extLst>
                <a:ext uri="{FF2B5EF4-FFF2-40B4-BE49-F238E27FC236}">
                  <a16:creationId xmlns:a16="http://schemas.microsoft.com/office/drawing/2014/main" id="{7104AD56-EE22-6830-C3DE-FCEBE064B5FC}"/>
                </a:ext>
              </a:extLst>
            </p:cNvPr>
            <p:cNvSpPr/>
            <p:nvPr/>
          </p:nvSpPr>
          <p:spPr>
            <a:xfrm>
              <a:off x="571534" y="5626693"/>
              <a:ext cx="1754361" cy="481640"/>
            </a:xfrm>
            <a:prstGeom prst="flowChartTermina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latin typeface="Aptos Light" panose="020B0004020202020204" pitchFamily="34" charset="0"/>
                </a:rPr>
                <a:t>New baseline for impacted tasks</a:t>
              </a:r>
            </a:p>
          </p:txBody>
        </p:sp>
        <p:sp>
          <p:nvSpPr>
            <p:cNvPr id="10" name="Flowchart: Process 9">
              <a:extLst>
                <a:ext uri="{FF2B5EF4-FFF2-40B4-BE49-F238E27FC236}">
                  <a16:creationId xmlns:a16="http://schemas.microsoft.com/office/drawing/2014/main" id="{9BDBA0AD-9A63-C8CB-A8B6-BD03B98C6CF6}"/>
                </a:ext>
              </a:extLst>
            </p:cNvPr>
            <p:cNvSpPr/>
            <p:nvPr/>
          </p:nvSpPr>
          <p:spPr>
            <a:xfrm>
              <a:off x="4947018" y="1214143"/>
              <a:ext cx="2456991" cy="584546"/>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Date is changed in baselined plan and breaches threshold set</a:t>
              </a:r>
            </a:p>
          </p:txBody>
        </p:sp>
        <p:sp>
          <p:nvSpPr>
            <p:cNvPr id="12" name="Flowchart: Terminator 11">
              <a:extLst>
                <a:ext uri="{FF2B5EF4-FFF2-40B4-BE49-F238E27FC236}">
                  <a16:creationId xmlns:a16="http://schemas.microsoft.com/office/drawing/2014/main" id="{A0669BFD-250C-6467-00F2-15CF442906ED}"/>
                </a:ext>
              </a:extLst>
            </p:cNvPr>
            <p:cNvSpPr/>
            <p:nvPr/>
          </p:nvSpPr>
          <p:spPr>
            <a:xfrm>
              <a:off x="4947018" y="521952"/>
              <a:ext cx="2456990" cy="481640"/>
            </a:xfrm>
            <a:prstGeom prst="flowChartTermina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Plan is baselined following board approval</a:t>
              </a:r>
            </a:p>
          </p:txBody>
        </p:sp>
        <p:cxnSp>
          <p:nvCxnSpPr>
            <p:cNvPr id="13" name="Straight Arrow Connector 12">
              <a:extLst>
                <a:ext uri="{FF2B5EF4-FFF2-40B4-BE49-F238E27FC236}">
                  <a16:creationId xmlns:a16="http://schemas.microsoft.com/office/drawing/2014/main" id="{AA4168EF-BCFF-7F2C-82CA-7DA51CC30AB1}"/>
                </a:ext>
              </a:extLst>
            </p:cNvPr>
            <p:cNvCxnSpPr>
              <a:cxnSpLocks/>
              <a:stCxn id="12" idx="2"/>
              <a:endCxn id="10" idx="0"/>
            </p:cNvCxnSpPr>
            <p:nvPr/>
          </p:nvCxnSpPr>
          <p:spPr>
            <a:xfrm>
              <a:off x="6175513" y="1003592"/>
              <a:ext cx="1" cy="2105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034DC51A-3D06-9CED-1E90-4F09E0A5DAF5}"/>
                </a:ext>
              </a:extLst>
            </p:cNvPr>
            <p:cNvCxnSpPr>
              <a:cxnSpLocks/>
              <a:stCxn id="102" idx="2"/>
              <a:endCxn id="113" idx="3"/>
            </p:cNvCxnSpPr>
            <p:nvPr/>
          </p:nvCxnSpPr>
          <p:spPr>
            <a:xfrm rot="5400000">
              <a:off x="7681117" y="4871281"/>
              <a:ext cx="724608" cy="126800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 17">
              <a:extLst>
                <a:ext uri="{FF2B5EF4-FFF2-40B4-BE49-F238E27FC236}">
                  <a16:creationId xmlns:a16="http://schemas.microsoft.com/office/drawing/2014/main" id="{2291F2AF-1919-A4E7-A94F-EBDE702A811E}"/>
                </a:ext>
              </a:extLst>
            </p:cNvPr>
            <p:cNvSpPr txBox="1"/>
            <p:nvPr/>
          </p:nvSpPr>
          <p:spPr>
            <a:xfrm>
              <a:off x="8485547" y="5174630"/>
              <a:ext cx="293914" cy="220436"/>
            </a:xfrm>
            <a:prstGeom prst="rect">
              <a:avLst/>
            </a:prstGeom>
            <a:noFill/>
          </p:spPr>
          <p:txBody>
            <a:bodyPr wrap="none" lIns="0" tIns="0" rIns="0" bIns="0" rtlCol="0" anchor="ctr"/>
            <a:lstStyle/>
            <a:p>
              <a:pPr algn="ctr">
                <a:lnSpc>
                  <a:spcPct val="130000"/>
                </a:lnSpc>
              </a:pPr>
              <a:r>
                <a:rPr sz="980" dirty="0">
                  <a:solidFill>
                    <a:srgbClr val="191919"/>
                  </a:solidFill>
                  <a:highlight>
                    <a:srgbClr val="FFFFFF"/>
                  </a:highlight>
                  <a:latin typeface="Arial"/>
                </a:rPr>
                <a:t>Yes</a:t>
              </a:r>
            </a:p>
          </p:txBody>
        </p:sp>
        <p:sp>
          <p:nvSpPr>
            <p:cNvPr id="44" name="Flowchart: Process 43">
              <a:extLst>
                <a:ext uri="{FF2B5EF4-FFF2-40B4-BE49-F238E27FC236}">
                  <a16:creationId xmlns:a16="http://schemas.microsoft.com/office/drawing/2014/main" id="{14C6346A-3B5F-1DDA-F22B-B80FE373B2E7}"/>
                </a:ext>
              </a:extLst>
            </p:cNvPr>
            <p:cNvSpPr/>
            <p:nvPr/>
          </p:nvSpPr>
          <p:spPr>
            <a:xfrm>
              <a:off x="8076731" y="2408675"/>
              <a:ext cx="2456991" cy="584546"/>
            </a:xfrm>
            <a:prstGeom prst="flowChartProcess">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GB" sz="1000" dirty="0"/>
                <a:t>Commentary is updated to explain cause of underlying breach</a:t>
              </a:r>
            </a:p>
          </p:txBody>
        </p:sp>
        <p:cxnSp>
          <p:nvCxnSpPr>
            <p:cNvPr id="45" name="Straight Arrow Connector 44">
              <a:extLst>
                <a:ext uri="{FF2B5EF4-FFF2-40B4-BE49-F238E27FC236}">
                  <a16:creationId xmlns:a16="http://schemas.microsoft.com/office/drawing/2014/main" id="{EB9DD270-0DB9-0524-5EC6-E09DE0F99A7F}"/>
                </a:ext>
              </a:extLst>
            </p:cNvPr>
            <p:cNvCxnSpPr>
              <a:cxnSpLocks/>
              <a:stCxn id="82" idx="3"/>
              <a:endCxn id="44" idx="1"/>
            </p:cNvCxnSpPr>
            <p:nvPr/>
          </p:nvCxnSpPr>
          <p:spPr>
            <a:xfrm>
              <a:off x="7786758" y="2700948"/>
              <a:ext cx="28997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58328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B097227-BAB9-47BD-23F4-64980BED3CEF}"/>
              </a:ext>
            </a:extLst>
          </p:cNvPr>
          <p:cNvGraphicFramePr>
            <a:graphicFrameLocks noGrp="1"/>
          </p:cNvGraphicFramePr>
          <p:nvPr/>
        </p:nvGraphicFramePr>
        <p:xfrm>
          <a:off x="40104" y="1667781"/>
          <a:ext cx="12111792" cy="4528396"/>
        </p:xfrm>
        <a:graphic>
          <a:graphicData uri="http://schemas.openxmlformats.org/drawingml/2006/table">
            <a:tbl>
              <a:tblPr>
                <a:tableStyleId>{9DCAF9ED-07DC-4A11-8D7F-57B35C25682E}</a:tableStyleId>
              </a:tblPr>
              <a:tblGrid>
                <a:gridCol w="1300040">
                  <a:extLst>
                    <a:ext uri="{9D8B030D-6E8A-4147-A177-3AD203B41FA5}">
                      <a16:colId xmlns:a16="http://schemas.microsoft.com/office/drawing/2014/main" val="3781994427"/>
                    </a:ext>
                  </a:extLst>
                </a:gridCol>
                <a:gridCol w="772268">
                  <a:extLst>
                    <a:ext uri="{9D8B030D-6E8A-4147-A177-3AD203B41FA5}">
                      <a16:colId xmlns:a16="http://schemas.microsoft.com/office/drawing/2014/main" val="4135630642"/>
                    </a:ext>
                  </a:extLst>
                </a:gridCol>
                <a:gridCol w="772268">
                  <a:extLst>
                    <a:ext uri="{9D8B030D-6E8A-4147-A177-3AD203B41FA5}">
                      <a16:colId xmlns:a16="http://schemas.microsoft.com/office/drawing/2014/main" val="65340582"/>
                    </a:ext>
                  </a:extLst>
                </a:gridCol>
                <a:gridCol w="772268">
                  <a:extLst>
                    <a:ext uri="{9D8B030D-6E8A-4147-A177-3AD203B41FA5}">
                      <a16:colId xmlns:a16="http://schemas.microsoft.com/office/drawing/2014/main" val="1619325716"/>
                    </a:ext>
                  </a:extLst>
                </a:gridCol>
                <a:gridCol w="772268">
                  <a:extLst>
                    <a:ext uri="{9D8B030D-6E8A-4147-A177-3AD203B41FA5}">
                      <a16:colId xmlns:a16="http://schemas.microsoft.com/office/drawing/2014/main" val="30928864"/>
                    </a:ext>
                  </a:extLst>
                </a:gridCol>
                <a:gridCol w="772268">
                  <a:extLst>
                    <a:ext uri="{9D8B030D-6E8A-4147-A177-3AD203B41FA5}">
                      <a16:colId xmlns:a16="http://schemas.microsoft.com/office/drawing/2014/main" val="4238819681"/>
                    </a:ext>
                  </a:extLst>
                </a:gridCol>
                <a:gridCol w="772268">
                  <a:extLst>
                    <a:ext uri="{9D8B030D-6E8A-4147-A177-3AD203B41FA5}">
                      <a16:colId xmlns:a16="http://schemas.microsoft.com/office/drawing/2014/main" val="2395587679"/>
                    </a:ext>
                  </a:extLst>
                </a:gridCol>
                <a:gridCol w="772268">
                  <a:extLst>
                    <a:ext uri="{9D8B030D-6E8A-4147-A177-3AD203B41FA5}">
                      <a16:colId xmlns:a16="http://schemas.microsoft.com/office/drawing/2014/main" val="555294866"/>
                    </a:ext>
                  </a:extLst>
                </a:gridCol>
                <a:gridCol w="772268">
                  <a:extLst>
                    <a:ext uri="{9D8B030D-6E8A-4147-A177-3AD203B41FA5}">
                      <a16:colId xmlns:a16="http://schemas.microsoft.com/office/drawing/2014/main" val="1000695185"/>
                    </a:ext>
                  </a:extLst>
                </a:gridCol>
                <a:gridCol w="772268">
                  <a:extLst>
                    <a:ext uri="{9D8B030D-6E8A-4147-A177-3AD203B41FA5}">
                      <a16:colId xmlns:a16="http://schemas.microsoft.com/office/drawing/2014/main" val="3196428101"/>
                    </a:ext>
                  </a:extLst>
                </a:gridCol>
                <a:gridCol w="772268">
                  <a:extLst>
                    <a:ext uri="{9D8B030D-6E8A-4147-A177-3AD203B41FA5}">
                      <a16:colId xmlns:a16="http://schemas.microsoft.com/office/drawing/2014/main" val="3156582586"/>
                    </a:ext>
                  </a:extLst>
                </a:gridCol>
                <a:gridCol w="772268">
                  <a:extLst>
                    <a:ext uri="{9D8B030D-6E8A-4147-A177-3AD203B41FA5}">
                      <a16:colId xmlns:a16="http://schemas.microsoft.com/office/drawing/2014/main" val="1596999654"/>
                    </a:ext>
                  </a:extLst>
                </a:gridCol>
                <a:gridCol w="772268">
                  <a:extLst>
                    <a:ext uri="{9D8B030D-6E8A-4147-A177-3AD203B41FA5}">
                      <a16:colId xmlns:a16="http://schemas.microsoft.com/office/drawing/2014/main" val="1637554654"/>
                    </a:ext>
                  </a:extLst>
                </a:gridCol>
                <a:gridCol w="772268">
                  <a:extLst>
                    <a:ext uri="{9D8B030D-6E8A-4147-A177-3AD203B41FA5}">
                      <a16:colId xmlns:a16="http://schemas.microsoft.com/office/drawing/2014/main" val="70278704"/>
                    </a:ext>
                  </a:extLst>
                </a:gridCol>
                <a:gridCol w="772268">
                  <a:extLst>
                    <a:ext uri="{9D8B030D-6E8A-4147-A177-3AD203B41FA5}">
                      <a16:colId xmlns:a16="http://schemas.microsoft.com/office/drawing/2014/main" val="968115293"/>
                    </a:ext>
                  </a:extLst>
                </a:gridCol>
              </a:tblGrid>
              <a:tr h="391458">
                <a:tc>
                  <a:txBody>
                    <a:bodyPr/>
                    <a:lstStyle/>
                    <a:p>
                      <a:pPr algn="ctr" rtl="0" fontAlgn="b">
                        <a:buNone/>
                      </a:pPr>
                      <a:r>
                        <a:rPr lang="en-GB" sz="1200" b="1" dirty="0">
                          <a:solidFill>
                            <a:srgbClr val="000000"/>
                          </a:solidFill>
                          <a:effectLst/>
                          <a:latin typeface="+mn-lt"/>
                        </a:rPr>
                        <a:t>Status</a:t>
                      </a:r>
                    </a:p>
                  </a:txBody>
                  <a:tcPr marL="28575" marR="28575" marT="19050" marB="19050" anchor="ctr"/>
                </a:tc>
                <a:tc>
                  <a:txBody>
                    <a:bodyPr/>
                    <a:lstStyle/>
                    <a:p>
                      <a:pPr algn="ctr" rtl="0" fontAlgn="b">
                        <a:buNone/>
                      </a:pPr>
                      <a:r>
                        <a:rPr lang="en-GB" sz="1200" b="1" dirty="0">
                          <a:solidFill>
                            <a:srgbClr val="000000"/>
                          </a:solidFill>
                          <a:effectLst/>
                          <a:latin typeface="+mn-lt"/>
                        </a:rPr>
                        <a:t>Timestamp</a:t>
                      </a:r>
                    </a:p>
                  </a:txBody>
                  <a:tcPr marL="28575" marR="28575" marT="19050" marB="19050" anchor="ctr"/>
                </a:tc>
                <a:tc>
                  <a:txBody>
                    <a:bodyPr/>
                    <a:lstStyle/>
                    <a:p>
                      <a:pPr algn="ctr" rtl="0" fontAlgn="b">
                        <a:buNone/>
                      </a:pPr>
                      <a:r>
                        <a:rPr lang="en-GB" sz="1200" b="1" dirty="0">
                          <a:solidFill>
                            <a:srgbClr val="000000"/>
                          </a:solidFill>
                          <a:effectLst/>
                          <a:latin typeface="+mn-lt"/>
                        </a:rPr>
                        <a:t>User</a:t>
                      </a:r>
                    </a:p>
                  </a:txBody>
                  <a:tcPr marL="28575" marR="28575" marT="19050" marB="19050" anchor="ctr"/>
                </a:tc>
                <a:tc>
                  <a:txBody>
                    <a:bodyPr/>
                    <a:lstStyle/>
                    <a:p>
                      <a:pPr algn="ctr" rtl="0" fontAlgn="b">
                        <a:buNone/>
                      </a:pPr>
                      <a:r>
                        <a:rPr lang="en-GB" sz="1200" b="1" dirty="0">
                          <a:solidFill>
                            <a:srgbClr val="000000"/>
                          </a:solidFill>
                          <a:effectLst/>
                          <a:latin typeface="+mn-lt"/>
                        </a:rPr>
                        <a:t>changed Column</a:t>
                      </a:r>
                    </a:p>
                  </a:txBody>
                  <a:tcPr marL="28575" marR="28575" marT="19050" marB="19050" anchor="ctr"/>
                </a:tc>
                <a:tc>
                  <a:txBody>
                    <a:bodyPr/>
                    <a:lstStyle/>
                    <a:p>
                      <a:pPr algn="ctr" rtl="0" fontAlgn="b">
                        <a:buNone/>
                      </a:pPr>
                      <a:r>
                        <a:rPr lang="en-GB" sz="1200" b="1" dirty="0">
                          <a:solidFill>
                            <a:srgbClr val="000000"/>
                          </a:solidFill>
                          <a:effectLst/>
                          <a:latin typeface="+mn-lt"/>
                        </a:rPr>
                        <a:t>Previous Value</a:t>
                      </a:r>
                    </a:p>
                  </a:txBody>
                  <a:tcPr marL="28575" marR="28575" marT="19050" marB="19050" anchor="ctr"/>
                </a:tc>
                <a:tc>
                  <a:txBody>
                    <a:bodyPr/>
                    <a:lstStyle/>
                    <a:p>
                      <a:pPr algn="ctr" rtl="0" fontAlgn="b">
                        <a:buNone/>
                      </a:pPr>
                      <a:r>
                        <a:rPr lang="en-GB" sz="1200" b="1" dirty="0">
                          <a:solidFill>
                            <a:srgbClr val="000000"/>
                          </a:solidFill>
                          <a:effectLst/>
                          <a:latin typeface="+mn-lt"/>
                        </a:rPr>
                        <a:t>New Value</a:t>
                      </a:r>
                    </a:p>
                  </a:txBody>
                  <a:tcPr marL="28575" marR="28575" marT="19050" marB="19050" anchor="ctr"/>
                </a:tc>
                <a:tc>
                  <a:txBody>
                    <a:bodyPr/>
                    <a:lstStyle/>
                    <a:p>
                      <a:pPr algn="ctr" rtl="0" fontAlgn="b">
                        <a:buNone/>
                      </a:pPr>
                      <a:r>
                        <a:rPr lang="en-GB" sz="1200" b="1" dirty="0">
                          <a:solidFill>
                            <a:srgbClr val="000000"/>
                          </a:solidFill>
                          <a:effectLst/>
                          <a:latin typeface="+mn-lt"/>
                        </a:rPr>
                        <a:t>Change Reason</a:t>
                      </a:r>
                    </a:p>
                  </a:txBody>
                  <a:tcPr marL="28575" marR="28575" marT="19050" marB="19050" anchor="ctr"/>
                </a:tc>
                <a:tc>
                  <a:txBody>
                    <a:bodyPr/>
                    <a:lstStyle/>
                    <a:p>
                      <a:pPr algn="ctr" rtl="0" fontAlgn="b">
                        <a:buNone/>
                      </a:pPr>
                      <a:r>
                        <a:rPr lang="en-GB" sz="1200" b="1" dirty="0">
                          <a:solidFill>
                            <a:srgbClr val="000000"/>
                          </a:solidFill>
                          <a:effectLst/>
                          <a:latin typeface="+mn-lt"/>
                        </a:rPr>
                        <a:t>Has Deps</a:t>
                      </a:r>
                    </a:p>
                  </a:txBody>
                  <a:tcPr marL="28575" marR="28575" marT="19050" marB="19050" anchor="ctr"/>
                </a:tc>
                <a:tc>
                  <a:txBody>
                    <a:bodyPr/>
                    <a:lstStyle/>
                    <a:p>
                      <a:pPr algn="ctr" rtl="0" fontAlgn="b">
                        <a:buNone/>
                      </a:pPr>
                      <a:r>
                        <a:rPr lang="en-GB" sz="1200" b="1" dirty="0">
                          <a:solidFill>
                            <a:srgbClr val="000000"/>
                          </a:solidFill>
                          <a:effectLst/>
                          <a:latin typeface="+mn-lt"/>
                        </a:rPr>
                        <a:t>Total Time change</a:t>
                      </a:r>
                    </a:p>
                  </a:txBody>
                  <a:tcPr marL="28575" marR="28575" marT="19050" marB="19050" anchor="ctr"/>
                </a:tc>
                <a:tc>
                  <a:txBody>
                    <a:bodyPr/>
                    <a:lstStyle/>
                    <a:p>
                      <a:pPr algn="ctr" rtl="0" fontAlgn="b">
                        <a:buNone/>
                      </a:pPr>
                      <a:r>
                        <a:rPr lang="en-GB" sz="1200" b="1" dirty="0">
                          <a:solidFill>
                            <a:srgbClr val="000000"/>
                          </a:solidFill>
                          <a:effectLst/>
                          <a:latin typeface="+mn-lt"/>
                        </a:rPr>
                        <a:t>Breach Type</a:t>
                      </a:r>
                    </a:p>
                  </a:txBody>
                  <a:tcPr marL="28575" marR="28575" marT="19050" marB="19050" anchor="ctr"/>
                </a:tc>
                <a:tc>
                  <a:txBody>
                    <a:bodyPr/>
                    <a:lstStyle/>
                    <a:p>
                      <a:pPr algn="ctr" rtl="0" fontAlgn="b">
                        <a:buNone/>
                      </a:pPr>
                      <a:r>
                        <a:rPr lang="en-GB" sz="1200" b="1" dirty="0">
                          <a:solidFill>
                            <a:srgbClr val="000000"/>
                          </a:solidFill>
                          <a:effectLst/>
                          <a:latin typeface="+mn-lt"/>
                        </a:rPr>
                        <a:t>Total Changes</a:t>
                      </a:r>
                    </a:p>
                  </a:txBody>
                  <a:tcPr marL="28575" marR="28575" marT="19050" marB="19050" anchor="ctr"/>
                </a:tc>
                <a:tc>
                  <a:txBody>
                    <a:bodyPr/>
                    <a:lstStyle/>
                    <a:p>
                      <a:pPr algn="ctr" rtl="0" fontAlgn="b">
                        <a:buNone/>
                      </a:pPr>
                      <a:r>
                        <a:rPr lang="en-GB" sz="1200" b="1" dirty="0">
                          <a:solidFill>
                            <a:srgbClr val="000000"/>
                          </a:solidFill>
                          <a:effectLst/>
                          <a:latin typeface="+mn-lt"/>
                        </a:rPr>
                        <a:t>Approval Timestamp</a:t>
                      </a:r>
                    </a:p>
                  </a:txBody>
                  <a:tcPr marL="28575" marR="28575" marT="19050" marB="19050" anchor="ctr"/>
                </a:tc>
                <a:tc>
                  <a:txBody>
                    <a:bodyPr/>
                    <a:lstStyle/>
                    <a:p>
                      <a:pPr algn="ctr" rtl="0" fontAlgn="b">
                        <a:buNone/>
                      </a:pPr>
                      <a:r>
                        <a:rPr lang="en-GB" sz="1200" b="1" dirty="0">
                          <a:solidFill>
                            <a:srgbClr val="000000"/>
                          </a:solidFill>
                          <a:effectLst/>
                          <a:latin typeface="+mn-lt"/>
                        </a:rPr>
                        <a:t>Task Name</a:t>
                      </a:r>
                    </a:p>
                  </a:txBody>
                  <a:tcPr marL="28575" marR="28575" marT="19050" marB="19050" anchor="ctr"/>
                </a:tc>
                <a:tc>
                  <a:txBody>
                    <a:bodyPr/>
                    <a:lstStyle/>
                    <a:p>
                      <a:pPr algn="ctr" rtl="0" fontAlgn="b">
                        <a:buNone/>
                      </a:pPr>
                      <a:r>
                        <a:rPr lang="en-GB" sz="1200" b="1" dirty="0">
                          <a:solidFill>
                            <a:srgbClr val="000000"/>
                          </a:solidFill>
                          <a:effectLst/>
                          <a:latin typeface="+mn-lt"/>
                        </a:rPr>
                        <a:t>Parent Task Name</a:t>
                      </a:r>
                    </a:p>
                  </a:txBody>
                  <a:tcPr marL="28575" marR="28575" marT="19050" marB="19050" anchor="ctr"/>
                </a:tc>
                <a:tc>
                  <a:txBody>
                    <a:bodyPr/>
                    <a:lstStyle/>
                    <a:p>
                      <a:pPr algn="ctr" rtl="0" fontAlgn="b">
                        <a:buNone/>
                      </a:pPr>
                      <a:r>
                        <a:rPr lang="en-GB" sz="1200" b="1" dirty="0">
                          <a:solidFill>
                            <a:srgbClr val="000000"/>
                          </a:solidFill>
                          <a:effectLst/>
                          <a:latin typeface="+mn-lt"/>
                        </a:rPr>
                        <a:t>export to excel/other</a:t>
                      </a:r>
                    </a:p>
                  </a:txBody>
                  <a:tcPr marL="0" marR="0" marT="19050" marB="19050" anchor="ctr"/>
                </a:tc>
                <a:extLst>
                  <a:ext uri="{0D108BD9-81ED-4DB2-BD59-A6C34878D82A}">
                    <a16:rowId xmlns:a16="http://schemas.microsoft.com/office/drawing/2014/main" val="1071468504"/>
                  </a:ext>
                </a:extLst>
              </a:tr>
              <a:tr h="600604">
                <a:tc>
                  <a:txBody>
                    <a:bodyPr/>
                    <a:lstStyle/>
                    <a:p>
                      <a:pPr rtl="0" fontAlgn="b">
                        <a:buNone/>
                      </a:pPr>
                      <a:endParaRPr lang="en-GB" sz="1200" i="1" dirty="0">
                        <a:effectLst/>
                        <a:latin typeface="+mn-lt"/>
                      </a:endParaRPr>
                    </a:p>
                  </a:txBody>
                  <a:tcPr marL="28575" marR="28575" marT="19050" marB="19050" anchor="ctr"/>
                </a:tc>
                <a:tc>
                  <a:txBody>
                    <a:bodyPr/>
                    <a:lstStyle/>
                    <a:p>
                      <a:pPr rtl="0" fontAlgn="b">
                        <a:buNone/>
                      </a:pPr>
                      <a:r>
                        <a:rPr lang="en-GB" sz="1200" b="0" i="1" dirty="0">
                          <a:solidFill>
                            <a:srgbClr val="808080"/>
                          </a:solidFill>
                          <a:effectLst/>
                          <a:latin typeface="+mn-lt"/>
                        </a:rPr>
                        <a:t>automated</a:t>
                      </a:r>
                    </a:p>
                  </a:txBody>
                  <a:tcPr marL="28575" marR="28575" marT="19050" marB="19050" anchor="ctr"/>
                </a:tc>
                <a:tc>
                  <a:txBody>
                    <a:bodyPr/>
                    <a:lstStyle/>
                    <a:p>
                      <a:pPr rtl="0" fontAlgn="b">
                        <a:buNone/>
                      </a:pPr>
                      <a:r>
                        <a:rPr lang="en-GB" sz="1200" b="0" i="1" dirty="0">
                          <a:solidFill>
                            <a:srgbClr val="808080"/>
                          </a:solidFill>
                          <a:effectLst/>
                          <a:latin typeface="+mn-lt"/>
                        </a:rPr>
                        <a:t>automated</a:t>
                      </a:r>
                    </a:p>
                  </a:txBody>
                  <a:tcPr marL="28575" marR="28575" marT="19050" marB="19050" anchor="ctr"/>
                </a:tc>
                <a:tc>
                  <a:txBody>
                    <a:bodyPr/>
                    <a:lstStyle/>
                    <a:p>
                      <a:pPr rtl="0" fontAlgn="b">
                        <a:buNone/>
                      </a:pPr>
                      <a:r>
                        <a:rPr lang="en-GB" sz="1200" b="0" i="1" dirty="0">
                          <a:solidFill>
                            <a:srgbClr val="808080"/>
                          </a:solidFill>
                          <a:effectLst/>
                          <a:latin typeface="+mn-lt"/>
                        </a:rPr>
                        <a:t>populated from plan</a:t>
                      </a:r>
                    </a:p>
                  </a:txBody>
                  <a:tcPr marL="28575" marR="28575" marT="19050" marB="19050" anchor="ctr"/>
                </a:tc>
                <a:tc>
                  <a:txBody>
                    <a:bodyPr/>
                    <a:lstStyle/>
                    <a:p>
                      <a:pPr rtl="0" fontAlgn="b">
                        <a:buNone/>
                      </a:pPr>
                      <a:r>
                        <a:rPr lang="en-GB" sz="1200" b="0" i="1">
                          <a:solidFill>
                            <a:srgbClr val="808080"/>
                          </a:solidFill>
                          <a:effectLst/>
                          <a:latin typeface="+mn-lt"/>
                        </a:rPr>
                        <a:t>populated from plan</a:t>
                      </a:r>
                    </a:p>
                  </a:txBody>
                  <a:tcPr marL="28575" marR="28575" marT="19050" marB="19050" anchor="ctr"/>
                </a:tc>
                <a:tc>
                  <a:txBody>
                    <a:bodyPr/>
                    <a:lstStyle/>
                    <a:p>
                      <a:pPr rtl="0" fontAlgn="b">
                        <a:buNone/>
                      </a:pPr>
                      <a:r>
                        <a:rPr lang="en-GB" sz="1200" b="0" i="1">
                          <a:solidFill>
                            <a:srgbClr val="808080"/>
                          </a:solidFill>
                          <a:effectLst/>
                          <a:latin typeface="+mn-lt"/>
                        </a:rPr>
                        <a:t>populated from plan</a:t>
                      </a:r>
                    </a:p>
                  </a:txBody>
                  <a:tcPr marL="28575" marR="28575" marT="19050" marB="19050" anchor="ctr"/>
                </a:tc>
                <a:tc>
                  <a:txBody>
                    <a:bodyPr/>
                    <a:lstStyle/>
                    <a:p>
                      <a:pPr rtl="0" fontAlgn="b">
                        <a:buNone/>
                      </a:pPr>
                      <a:r>
                        <a:rPr lang="en-GB" sz="1200" b="0" i="1">
                          <a:solidFill>
                            <a:srgbClr val="808080"/>
                          </a:solidFill>
                          <a:effectLst/>
                          <a:latin typeface="+mn-lt"/>
                        </a:rPr>
                        <a:t>populated from plan</a:t>
                      </a:r>
                    </a:p>
                  </a:txBody>
                  <a:tcPr marL="28575" marR="28575" marT="19050" marB="19050" anchor="ctr"/>
                </a:tc>
                <a:tc>
                  <a:txBody>
                    <a:bodyPr/>
                    <a:lstStyle/>
                    <a:p>
                      <a:pPr rtl="0" fontAlgn="b">
                        <a:buNone/>
                      </a:pPr>
                      <a:r>
                        <a:rPr lang="en-GB" sz="1200" b="0" i="1" dirty="0">
                          <a:solidFill>
                            <a:srgbClr val="808080"/>
                          </a:solidFill>
                          <a:effectLst/>
                          <a:latin typeface="+mn-lt"/>
                        </a:rPr>
                        <a:t>automated</a:t>
                      </a:r>
                    </a:p>
                  </a:txBody>
                  <a:tcPr marL="28575" marR="28575" marT="19050" marB="19050" anchor="ctr"/>
                </a:tc>
                <a:tc>
                  <a:txBody>
                    <a:bodyPr/>
                    <a:lstStyle/>
                    <a:p>
                      <a:pPr rtl="0" fontAlgn="b">
                        <a:buNone/>
                      </a:pPr>
                      <a:r>
                        <a:rPr lang="en-GB" sz="1200" b="0" i="1" dirty="0">
                          <a:solidFill>
                            <a:srgbClr val="808080"/>
                          </a:solidFill>
                          <a:effectLst/>
                          <a:latin typeface="+mn-lt"/>
                        </a:rPr>
                        <a:t>automated count</a:t>
                      </a:r>
                    </a:p>
                  </a:txBody>
                  <a:tcPr marL="28575" marR="28575" marT="19050" marB="19050" anchor="ctr"/>
                </a:tc>
                <a:tc>
                  <a:txBody>
                    <a:bodyPr/>
                    <a:lstStyle/>
                    <a:p>
                      <a:pPr rtl="0" fontAlgn="b">
                        <a:buNone/>
                      </a:pPr>
                      <a:r>
                        <a:rPr lang="en-GB" sz="1200" b="0" i="1" dirty="0">
                          <a:solidFill>
                            <a:srgbClr val="808080"/>
                          </a:solidFill>
                          <a:effectLst/>
                          <a:latin typeface="+mn-lt"/>
                        </a:rPr>
                        <a:t>automated</a:t>
                      </a:r>
                    </a:p>
                  </a:txBody>
                  <a:tcPr marL="28575" marR="28575" marT="19050" marB="19050" anchor="ctr"/>
                </a:tc>
                <a:tc>
                  <a:txBody>
                    <a:bodyPr/>
                    <a:lstStyle/>
                    <a:p>
                      <a:pPr rtl="0" fontAlgn="b">
                        <a:buNone/>
                      </a:pPr>
                      <a:r>
                        <a:rPr lang="en-GB" sz="1200" b="0" i="1" dirty="0">
                          <a:solidFill>
                            <a:srgbClr val="808080"/>
                          </a:solidFill>
                          <a:effectLst/>
                          <a:latin typeface="+mn-lt"/>
                        </a:rPr>
                        <a:t>automated</a:t>
                      </a:r>
                    </a:p>
                  </a:txBody>
                  <a:tcPr marL="28575" marR="28575" marT="19050" marB="19050" anchor="ctr"/>
                </a:tc>
                <a:tc>
                  <a:txBody>
                    <a:bodyPr/>
                    <a:lstStyle/>
                    <a:p>
                      <a:pPr rtl="0" fontAlgn="b">
                        <a:buNone/>
                      </a:pPr>
                      <a:r>
                        <a:rPr lang="en-GB" sz="1200" b="0" i="1" dirty="0">
                          <a:solidFill>
                            <a:srgbClr val="808080"/>
                          </a:solidFill>
                          <a:effectLst/>
                          <a:latin typeface="+mn-lt"/>
                        </a:rPr>
                        <a:t>Automated: Date flag removed</a:t>
                      </a:r>
                    </a:p>
                  </a:txBody>
                  <a:tcPr marL="28575" marR="28575" marT="19050" marB="19050" anchor="ctr"/>
                </a:tc>
                <a:tc>
                  <a:txBody>
                    <a:bodyPr/>
                    <a:lstStyle/>
                    <a:p>
                      <a:pPr rtl="0" fontAlgn="b">
                        <a:buNone/>
                      </a:pPr>
                      <a:r>
                        <a:rPr lang="en-GB" sz="1200" b="0" i="1" dirty="0">
                          <a:solidFill>
                            <a:srgbClr val="808080"/>
                          </a:solidFill>
                          <a:effectLst/>
                          <a:latin typeface="+mn-lt"/>
                        </a:rPr>
                        <a:t>automated</a:t>
                      </a:r>
                    </a:p>
                  </a:txBody>
                  <a:tcPr marL="28575" marR="28575" marT="19050" marB="19050" anchor="ctr"/>
                </a:tc>
                <a:tc>
                  <a:txBody>
                    <a:bodyPr/>
                    <a:lstStyle/>
                    <a:p>
                      <a:pPr rtl="0" fontAlgn="b">
                        <a:buNone/>
                      </a:pPr>
                      <a:r>
                        <a:rPr lang="en-GB" sz="1200" b="0" i="1">
                          <a:solidFill>
                            <a:srgbClr val="808080"/>
                          </a:solidFill>
                          <a:effectLst/>
                          <a:latin typeface="+mn-lt"/>
                        </a:rPr>
                        <a:t>automated</a:t>
                      </a:r>
                    </a:p>
                  </a:txBody>
                  <a:tcPr marL="28575" marR="28575" marT="19050" marB="19050" anchor="ctr"/>
                </a:tc>
                <a:tc>
                  <a:txBody>
                    <a:bodyPr/>
                    <a:lstStyle/>
                    <a:p>
                      <a:pPr rtl="0" fontAlgn="b">
                        <a:buNone/>
                      </a:pPr>
                      <a:endParaRPr lang="en-GB" sz="1200" i="1" dirty="0">
                        <a:effectLst/>
                        <a:latin typeface="+mn-lt"/>
                      </a:endParaRPr>
                    </a:p>
                  </a:txBody>
                  <a:tcPr marL="28575" marR="28575" marT="19050" marB="19050" anchor="ctr"/>
                </a:tc>
                <a:extLst>
                  <a:ext uri="{0D108BD9-81ED-4DB2-BD59-A6C34878D82A}">
                    <a16:rowId xmlns:a16="http://schemas.microsoft.com/office/drawing/2014/main" val="1292122321"/>
                  </a:ext>
                </a:extLst>
              </a:tr>
              <a:tr h="600604">
                <a:tc>
                  <a:txBody>
                    <a:bodyPr/>
                    <a:lstStyle/>
                    <a:p>
                      <a:pPr rtl="0" fontAlgn="b">
                        <a:buNone/>
                      </a:pPr>
                      <a:r>
                        <a:rPr lang="en-GB" sz="1200" b="0">
                          <a:solidFill>
                            <a:srgbClr val="808080"/>
                          </a:solidFill>
                          <a:effectLst/>
                          <a:latin typeface="+mn-lt"/>
                        </a:rPr>
                        <a:t>approved</a:t>
                      </a:r>
                      <a:endParaRPr lang="en-GB" sz="1200" b="0" i="1">
                        <a:solidFill>
                          <a:srgbClr val="808080"/>
                        </a:solidFill>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dirty="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200" b="0" kern="1200" dirty="0">
                          <a:solidFill>
                            <a:srgbClr val="808080"/>
                          </a:solidFill>
                          <a:effectLst/>
                          <a:latin typeface="+mn-lt"/>
                        </a:rPr>
                        <a:t>Automated: Date flag removed</a:t>
                      </a:r>
                      <a:endParaRPr lang="en-GB" sz="1200" b="0" i="1" kern="1200" dirty="0">
                        <a:solidFill>
                          <a:srgbClr val="808080"/>
                        </a:solidFill>
                        <a:effectLst/>
                        <a:latin typeface="+mn-lt"/>
                        <a:ea typeface="+mn-ea"/>
                        <a:cs typeface="+mn-cs"/>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extLst>
                  <a:ext uri="{0D108BD9-81ED-4DB2-BD59-A6C34878D82A}">
                    <a16:rowId xmlns:a16="http://schemas.microsoft.com/office/drawing/2014/main" val="2845828034"/>
                  </a:ext>
                </a:extLst>
              </a:tr>
              <a:tr h="60060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200" b="0" dirty="0">
                          <a:solidFill>
                            <a:srgbClr val="808080"/>
                          </a:solidFill>
                          <a:effectLst/>
                          <a:latin typeface="+mn-lt"/>
                        </a:rPr>
                        <a:t>user overwrite – (</a:t>
                      </a:r>
                      <a:r>
                        <a:rPr lang="en-GB" sz="1200" b="0" kern="1200" dirty="0">
                          <a:solidFill>
                            <a:srgbClr val="808080"/>
                          </a:solidFill>
                          <a:effectLst/>
                          <a:latin typeface="+mn-lt"/>
                        </a:rPr>
                        <a:t>Approval not required)</a:t>
                      </a:r>
                      <a:endParaRPr lang="en-GB" sz="1200" b="0" i="1" kern="1200" dirty="0">
                        <a:solidFill>
                          <a:srgbClr val="808080"/>
                        </a:solidFill>
                        <a:effectLst/>
                        <a:latin typeface="+mn-lt"/>
                        <a:ea typeface="+mn-ea"/>
                        <a:cs typeface="+mn-cs"/>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dirty="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b="0" i="1" kern="1200" dirty="0">
                        <a:solidFill>
                          <a:srgbClr val="808080"/>
                        </a:solidFill>
                        <a:effectLst/>
                        <a:latin typeface="+mn-lt"/>
                        <a:ea typeface="+mn-ea"/>
                        <a:cs typeface="+mn-cs"/>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extLst>
                  <a:ext uri="{0D108BD9-81ED-4DB2-BD59-A6C34878D82A}">
                    <a16:rowId xmlns:a16="http://schemas.microsoft.com/office/drawing/2014/main" val="4234407393"/>
                  </a:ext>
                </a:extLst>
              </a:tr>
              <a:tr h="600604">
                <a:tc>
                  <a:txBody>
                    <a:bodyPr/>
                    <a:lstStyle/>
                    <a:p>
                      <a:pPr rtl="0" fontAlgn="b">
                        <a:buNone/>
                      </a:pPr>
                      <a:r>
                        <a:rPr lang="en-GB" sz="1200" b="0" dirty="0">
                          <a:solidFill>
                            <a:srgbClr val="808080"/>
                          </a:solidFill>
                          <a:effectLst/>
                          <a:latin typeface="+mn-lt"/>
                        </a:rPr>
                        <a:t>NA – for audit log, not breaches</a:t>
                      </a:r>
                      <a:endParaRPr lang="en-GB" sz="1200" b="0" i="1" dirty="0">
                        <a:solidFill>
                          <a:srgbClr val="808080"/>
                        </a:solidFill>
                        <a:effectLst/>
                        <a:latin typeface="+mn-lt"/>
                      </a:endParaRPr>
                    </a:p>
                  </a:txBody>
                  <a:tcPr marL="28575" marR="28575" marT="19050" marB="19050" anchor="ctr"/>
                </a:tc>
                <a:tc>
                  <a:txBody>
                    <a:bodyPr/>
                    <a:lstStyle/>
                    <a:p>
                      <a:pPr rtl="0" fontAlgn="b">
                        <a:buNone/>
                      </a:pPr>
                      <a:endParaRPr lang="en-GB" sz="1200" dirty="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dirty="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b="0" i="1" kern="1200" dirty="0">
                        <a:solidFill>
                          <a:srgbClr val="808080"/>
                        </a:solidFill>
                        <a:effectLst/>
                        <a:latin typeface="+mn-lt"/>
                        <a:ea typeface="+mn-ea"/>
                        <a:cs typeface="+mn-cs"/>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extLst>
                  <a:ext uri="{0D108BD9-81ED-4DB2-BD59-A6C34878D82A}">
                    <a16:rowId xmlns:a16="http://schemas.microsoft.com/office/drawing/2014/main" val="1801974994"/>
                  </a:ext>
                </a:extLst>
              </a:tr>
              <a:tr h="600604">
                <a:tc>
                  <a:txBody>
                    <a:bodyPr/>
                    <a:lstStyle/>
                    <a:p>
                      <a:pPr rtl="0" fontAlgn="b">
                        <a:buNone/>
                      </a:pPr>
                      <a:r>
                        <a:rPr lang="en-GB" sz="1200" b="0" dirty="0">
                          <a:solidFill>
                            <a:srgbClr val="808080"/>
                          </a:solidFill>
                          <a:effectLst/>
                          <a:latin typeface="+mn-lt"/>
                        </a:rPr>
                        <a:t>Awaiting approval (default status for new breaches)</a:t>
                      </a:r>
                      <a:endParaRPr lang="en-GB" sz="1200" b="0" i="1" dirty="0">
                        <a:solidFill>
                          <a:srgbClr val="808080"/>
                        </a:solidFill>
                        <a:effectLst/>
                        <a:latin typeface="+mn-lt"/>
                      </a:endParaRPr>
                    </a:p>
                  </a:txBody>
                  <a:tcPr marL="0" marR="0"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dirty="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b="0" i="1" kern="1200" dirty="0">
                        <a:solidFill>
                          <a:srgbClr val="808080"/>
                        </a:solidFill>
                        <a:effectLst/>
                        <a:latin typeface="+mn-lt"/>
                        <a:ea typeface="+mn-ea"/>
                        <a:cs typeface="+mn-cs"/>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extLst>
                  <a:ext uri="{0D108BD9-81ED-4DB2-BD59-A6C34878D82A}">
                    <a16:rowId xmlns:a16="http://schemas.microsoft.com/office/drawing/2014/main" val="4117311470"/>
                  </a:ext>
                </a:extLst>
              </a:tr>
              <a:tr h="600604">
                <a:tc>
                  <a:txBody>
                    <a:bodyPr/>
                    <a:lstStyle/>
                    <a:p>
                      <a:pPr rtl="0" fontAlgn="b">
                        <a:buNone/>
                      </a:pPr>
                      <a:r>
                        <a:rPr lang="en-GB" sz="1200" b="0" dirty="0">
                          <a:solidFill>
                            <a:srgbClr val="808080"/>
                          </a:solidFill>
                          <a:effectLst/>
                          <a:latin typeface="+mn-lt"/>
                        </a:rPr>
                        <a:t>Rejected</a:t>
                      </a:r>
                      <a:endParaRPr lang="en-GB" sz="1200" b="0" i="1" dirty="0">
                        <a:solidFill>
                          <a:srgbClr val="808080"/>
                        </a:solidFill>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dirty="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b="0" i="1" kern="1200" dirty="0">
                        <a:solidFill>
                          <a:srgbClr val="808080"/>
                        </a:solidFill>
                        <a:effectLst/>
                        <a:latin typeface="+mn-lt"/>
                        <a:ea typeface="+mn-ea"/>
                        <a:cs typeface="+mn-cs"/>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a:effectLst/>
                        <a:latin typeface="+mn-lt"/>
                      </a:endParaRPr>
                    </a:p>
                  </a:txBody>
                  <a:tcPr marL="28575" marR="28575" marT="19050" marB="19050" anchor="ctr"/>
                </a:tc>
                <a:tc>
                  <a:txBody>
                    <a:bodyPr/>
                    <a:lstStyle/>
                    <a:p>
                      <a:pPr rtl="0" fontAlgn="b">
                        <a:buNone/>
                      </a:pPr>
                      <a:endParaRPr lang="en-GB" sz="1200" dirty="0">
                        <a:effectLst/>
                        <a:latin typeface="+mn-lt"/>
                      </a:endParaRPr>
                    </a:p>
                  </a:txBody>
                  <a:tcPr marL="28575" marR="28575" marT="19050" marB="19050" anchor="ctr"/>
                </a:tc>
                <a:extLst>
                  <a:ext uri="{0D108BD9-81ED-4DB2-BD59-A6C34878D82A}">
                    <a16:rowId xmlns:a16="http://schemas.microsoft.com/office/drawing/2014/main" val="1288356437"/>
                  </a:ext>
                </a:extLst>
              </a:tr>
            </a:tbl>
          </a:graphicData>
        </a:graphic>
      </p:graphicFrame>
      <p:sp>
        <p:nvSpPr>
          <p:cNvPr id="3" name="TextBox 2">
            <a:extLst>
              <a:ext uri="{FF2B5EF4-FFF2-40B4-BE49-F238E27FC236}">
                <a16:creationId xmlns:a16="http://schemas.microsoft.com/office/drawing/2014/main" id="{CFFC2E11-E2CB-19B9-2900-112D5A8131C4}"/>
              </a:ext>
            </a:extLst>
          </p:cNvPr>
          <p:cNvSpPr txBox="1"/>
          <p:nvPr/>
        </p:nvSpPr>
        <p:spPr>
          <a:xfrm>
            <a:off x="40104" y="606562"/>
            <a:ext cx="11742823" cy="923330"/>
          </a:xfrm>
          <a:prstGeom prst="rect">
            <a:avLst/>
          </a:prstGeom>
          <a:noFill/>
        </p:spPr>
        <p:txBody>
          <a:bodyPr wrap="square" rtlCol="0">
            <a:spAutoFit/>
          </a:bodyPr>
          <a:lstStyle/>
          <a:p>
            <a:r>
              <a:rPr lang="en-GB" dirty="0"/>
              <a:t>Ideally the user doesn’t edit much here, it’s a low-admin, trusted selected audit of history that users can interrogate. I think the status will have to be updated manually other than where described (awaiting approval &amp; approved) which can be overwritten</a:t>
            </a:r>
          </a:p>
        </p:txBody>
      </p:sp>
      <p:sp>
        <p:nvSpPr>
          <p:cNvPr id="4" name="TextBox 3">
            <a:extLst>
              <a:ext uri="{FF2B5EF4-FFF2-40B4-BE49-F238E27FC236}">
                <a16:creationId xmlns:a16="http://schemas.microsoft.com/office/drawing/2014/main" id="{BCF05894-A075-2748-DCDD-87345D650DD8}"/>
              </a:ext>
            </a:extLst>
          </p:cNvPr>
          <p:cNvSpPr txBox="1"/>
          <p:nvPr/>
        </p:nvSpPr>
        <p:spPr>
          <a:xfrm>
            <a:off x="184484" y="184484"/>
            <a:ext cx="4186990" cy="369332"/>
          </a:xfrm>
          <a:prstGeom prst="rect">
            <a:avLst/>
          </a:prstGeom>
          <a:noFill/>
        </p:spPr>
        <p:txBody>
          <a:bodyPr wrap="square" rtlCol="0">
            <a:spAutoFit/>
          </a:bodyPr>
          <a:lstStyle/>
          <a:p>
            <a:r>
              <a:rPr lang="en-GB" b="1" dirty="0"/>
              <a:t>Change Log – Breach &amp; Audit</a:t>
            </a:r>
          </a:p>
        </p:txBody>
      </p:sp>
    </p:spTree>
    <p:extLst>
      <p:ext uri="{BB962C8B-B14F-4D97-AF65-F5344CB8AC3E}">
        <p14:creationId xmlns:p14="http://schemas.microsoft.com/office/powerpoint/2010/main" val="501144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94A9E8-3B8C-9724-7A97-A4FF809C0D30}"/>
              </a:ext>
            </a:extLst>
          </p:cNvPr>
          <p:cNvPicPr>
            <a:picLocks noChangeAspect="1"/>
          </p:cNvPicPr>
          <p:nvPr/>
        </p:nvPicPr>
        <p:blipFill>
          <a:blip r:embed="rId2"/>
          <a:stretch>
            <a:fillRect/>
          </a:stretch>
        </p:blipFill>
        <p:spPr>
          <a:xfrm>
            <a:off x="217990" y="1548237"/>
            <a:ext cx="9420225" cy="1733550"/>
          </a:xfrm>
          <a:prstGeom prst="rect">
            <a:avLst/>
          </a:prstGeom>
        </p:spPr>
      </p:pic>
      <p:sp>
        <p:nvSpPr>
          <p:cNvPr id="5" name="TextBox 4">
            <a:extLst>
              <a:ext uri="{FF2B5EF4-FFF2-40B4-BE49-F238E27FC236}">
                <a16:creationId xmlns:a16="http://schemas.microsoft.com/office/drawing/2014/main" id="{28D31152-C614-18E5-891D-51F1430AFDAC}"/>
              </a:ext>
            </a:extLst>
          </p:cNvPr>
          <p:cNvSpPr txBox="1"/>
          <p:nvPr/>
        </p:nvSpPr>
        <p:spPr>
          <a:xfrm>
            <a:off x="244444" y="298764"/>
            <a:ext cx="2544023" cy="369332"/>
          </a:xfrm>
          <a:prstGeom prst="rect">
            <a:avLst/>
          </a:prstGeom>
          <a:noFill/>
        </p:spPr>
        <p:txBody>
          <a:bodyPr wrap="square" rtlCol="0">
            <a:spAutoFit/>
          </a:bodyPr>
          <a:lstStyle/>
          <a:p>
            <a:r>
              <a:rPr lang="en-GB" dirty="0"/>
              <a:t>Users</a:t>
            </a:r>
          </a:p>
        </p:txBody>
      </p:sp>
    </p:spTree>
    <p:extLst>
      <p:ext uri="{BB962C8B-B14F-4D97-AF65-F5344CB8AC3E}">
        <p14:creationId xmlns:p14="http://schemas.microsoft.com/office/powerpoint/2010/main" val="168383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BCF216-165C-463D-3094-673DF813131D}"/>
              </a:ext>
            </a:extLst>
          </p:cNvPr>
          <p:cNvPicPr>
            <a:picLocks noChangeAspect="1"/>
          </p:cNvPicPr>
          <p:nvPr/>
        </p:nvPicPr>
        <p:blipFill>
          <a:blip r:embed="rId2"/>
          <a:stretch>
            <a:fillRect/>
          </a:stretch>
        </p:blipFill>
        <p:spPr>
          <a:xfrm>
            <a:off x="0" y="1114828"/>
            <a:ext cx="12192000" cy="4628343"/>
          </a:xfrm>
          <a:prstGeom prst="rect">
            <a:avLst/>
          </a:prstGeom>
        </p:spPr>
      </p:pic>
      <p:sp>
        <p:nvSpPr>
          <p:cNvPr id="5" name="TextBox 4">
            <a:extLst>
              <a:ext uri="{FF2B5EF4-FFF2-40B4-BE49-F238E27FC236}">
                <a16:creationId xmlns:a16="http://schemas.microsoft.com/office/drawing/2014/main" id="{8CDA23B9-3D7B-F2E6-FA28-B6F11E9FBAB2}"/>
              </a:ext>
            </a:extLst>
          </p:cNvPr>
          <p:cNvSpPr txBox="1"/>
          <p:nvPr/>
        </p:nvSpPr>
        <p:spPr>
          <a:xfrm>
            <a:off x="262550" y="217283"/>
            <a:ext cx="4608214" cy="369332"/>
          </a:xfrm>
          <a:prstGeom prst="rect">
            <a:avLst/>
          </a:prstGeom>
          <a:noFill/>
        </p:spPr>
        <p:txBody>
          <a:bodyPr wrap="square" rtlCol="0">
            <a:spAutoFit/>
          </a:bodyPr>
          <a:lstStyle/>
          <a:p>
            <a:r>
              <a:rPr lang="en-GB" dirty="0"/>
              <a:t>Not sure?</a:t>
            </a:r>
          </a:p>
        </p:txBody>
      </p:sp>
    </p:spTree>
    <p:extLst>
      <p:ext uri="{BB962C8B-B14F-4D97-AF65-F5344CB8AC3E}">
        <p14:creationId xmlns:p14="http://schemas.microsoft.com/office/powerpoint/2010/main" val="4237089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2994</Words>
  <Application>Microsoft Office PowerPoint</Application>
  <PresentationFormat>Widescreen</PresentationFormat>
  <Paragraphs>372</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Aptos Light</vt:lpstr>
      <vt:lpstr>Aptos Narrow</vt:lpstr>
      <vt:lpstr>Arial</vt:lpstr>
      <vt:lpstr>Calibri</vt:lpstr>
      <vt:lpstr>Corbel</vt:lpstr>
      <vt:lpstr>Office Theme</vt:lpstr>
      <vt:lpstr>Lyra</vt:lpstr>
      <vt:lpstr>PowerPoint Presentation</vt:lpstr>
      <vt:lpstr>Requirements</vt:lpstr>
      <vt:lpstr>Lyra - overview</vt:lpstr>
      <vt:lpstr>PowerPoint Presentation</vt:lpstr>
      <vt:lpstr>Plan - Task Attributes</vt:lpstr>
      <vt:lpstr>PowerPoint Presentation</vt:lpstr>
      <vt:lpstr>PowerPoint Presentation</vt:lpstr>
      <vt:lpstr>PowerPoint Presentation</vt:lpstr>
      <vt:lpstr>Plan – key principles</vt:lpstr>
      <vt:lpstr>Baselining</vt:lpstr>
      <vt:lpstr>PowerPoint Presentation</vt:lpstr>
      <vt:lpstr>Reporting</vt:lpstr>
      <vt:lpstr>PowerPoint Presentation</vt:lpstr>
      <vt:lpstr>Change Control</vt:lpstr>
      <vt:lpstr>Automated plan generation</vt:lpstr>
      <vt:lpstr>Change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Rebecca Le bredonchel</dc:creator>
  <cp:lastModifiedBy>Rebecca Le bredonchel</cp:lastModifiedBy>
  <cp:revision>6</cp:revision>
  <dcterms:created xsi:type="dcterms:W3CDTF">2026-04-17T13:25:52Z</dcterms:created>
  <dcterms:modified xsi:type="dcterms:W3CDTF">2026-04-17T16:07:26Z</dcterms:modified>
</cp:coreProperties>
</file>